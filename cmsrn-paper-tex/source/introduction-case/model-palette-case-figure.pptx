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6480000" cy="5580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w val="1"/>
          <c:h val="1"/>
        </c:manualLayout>
      </c:layout>
      <c:scatterChart>
        <c:scatterStyle val="line"/>
        <c:varyColors val="0"/>
        <c:ser>
          <c:idx val="0"/>
          <c:order val="0"/>
          <c:tx>
            <c:strRef>
              <c:f>'Chart Data'!$B$1</c:f>
              <c:strCache>
                <c:ptCount val="1"/>
                <c:pt idx="0">
                  <c:v>Historical weekday reference</c:v>
                </c:pt>
              </c:strCache>
            </c:strRef>
          </c:tx>
          <c:spPr>
            <a:ln w="13970" cap="rnd">
              <a:solidFill>
                <a:srgbClr val="0070C0"/>
              </a:solidFill>
              <a:prstDash val="dash"/>
              <a:round/>
            </a:ln>
          </c:spPr>
          <c:marker>
            <c:symbol val="none"/>
          </c:marker>
          <c:dLbls>
            <c:delete val="1"/>
          </c:dLbls>
          <c:xVal>
            <c:numRef>
              <c:f>'Chart Data'!$A$2:$A$145</c:f>
              <c:numCache>
                <c:formatCode>General</c:formatCode>
                <c:ptCount val="144"/>
                <c:pt idx="0">
                  <c:v>42696</c:v>
                </c:pt>
                <c:pt idx="1">
                  <c:v>42696.0208333333</c:v>
                </c:pt>
                <c:pt idx="2">
                  <c:v>42696.0416666667</c:v>
                </c:pt>
                <c:pt idx="3">
                  <c:v>42696.0625</c:v>
                </c:pt>
                <c:pt idx="4">
                  <c:v>42696.0833333333</c:v>
                </c:pt>
                <c:pt idx="5">
                  <c:v>42696.1041666667</c:v>
                </c:pt>
                <c:pt idx="6">
                  <c:v>42696.125</c:v>
                </c:pt>
                <c:pt idx="7">
                  <c:v>42696.1458333333</c:v>
                </c:pt>
                <c:pt idx="8">
                  <c:v>42696.1666666667</c:v>
                </c:pt>
                <c:pt idx="9">
                  <c:v>42696.1875</c:v>
                </c:pt>
                <c:pt idx="10">
                  <c:v>42696.2083333333</c:v>
                </c:pt>
                <c:pt idx="11">
                  <c:v>42696.2291666667</c:v>
                </c:pt>
                <c:pt idx="12">
                  <c:v>42696.25</c:v>
                </c:pt>
                <c:pt idx="13">
                  <c:v>42696.2708333333</c:v>
                </c:pt>
                <c:pt idx="14">
                  <c:v>42696.2916666667</c:v>
                </c:pt>
                <c:pt idx="15">
                  <c:v>42696.3125</c:v>
                </c:pt>
                <c:pt idx="16">
                  <c:v>42696.3333333333</c:v>
                </c:pt>
                <c:pt idx="17">
                  <c:v>42696.3541666667</c:v>
                </c:pt>
                <c:pt idx="18">
                  <c:v>42696.375</c:v>
                </c:pt>
                <c:pt idx="19">
                  <c:v>42696.3958333333</c:v>
                </c:pt>
                <c:pt idx="20">
                  <c:v>42696.4166666667</c:v>
                </c:pt>
                <c:pt idx="21">
                  <c:v>42696.4375</c:v>
                </c:pt>
                <c:pt idx="22">
                  <c:v>42696.4583333333</c:v>
                </c:pt>
                <c:pt idx="23">
                  <c:v>42696.4791666667</c:v>
                </c:pt>
                <c:pt idx="24">
                  <c:v>42696.5</c:v>
                </c:pt>
                <c:pt idx="25">
                  <c:v>42696.5208333333</c:v>
                </c:pt>
                <c:pt idx="26">
                  <c:v>42696.5416666667</c:v>
                </c:pt>
                <c:pt idx="27">
                  <c:v>42696.5625</c:v>
                </c:pt>
                <c:pt idx="28">
                  <c:v>42696.5833333333</c:v>
                </c:pt>
                <c:pt idx="29">
                  <c:v>42696.6041666667</c:v>
                </c:pt>
                <c:pt idx="30">
                  <c:v>42696.625</c:v>
                </c:pt>
                <c:pt idx="31">
                  <c:v>42696.6458333333</c:v>
                </c:pt>
                <c:pt idx="32">
                  <c:v>42696.6666666667</c:v>
                </c:pt>
                <c:pt idx="33">
                  <c:v>42696.6875</c:v>
                </c:pt>
                <c:pt idx="34">
                  <c:v>42696.7083333333</c:v>
                </c:pt>
                <c:pt idx="35">
                  <c:v>42696.7291666667</c:v>
                </c:pt>
                <c:pt idx="36">
                  <c:v>42696.75</c:v>
                </c:pt>
                <c:pt idx="37">
                  <c:v>42696.7708333333</c:v>
                </c:pt>
                <c:pt idx="38">
                  <c:v>42696.7916666667</c:v>
                </c:pt>
                <c:pt idx="39">
                  <c:v>42696.8125</c:v>
                </c:pt>
                <c:pt idx="40">
                  <c:v>42696.8333333333</c:v>
                </c:pt>
                <c:pt idx="41">
                  <c:v>42696.8541666667</c:v>
                </c:pt>
                <c:pt idx="42">
                  <c:v>42696.875</c:v>
                </c:pt>
                <c:pt idx="43">
                  <c:v>42696.8958333333</c:v>
                </c:pt>
                <c:pt idx="44">
                  <c:v>42696.9166666667</c:v>
                </c:pt>
                <c:pt idx="45">
                  <c:v>42696.9375</c:v>
                </c:pt>
                <c:pt idx="46">
                  <c:v>42696.9583333333</c:v>
                </c:pt>
                <c:pt idx="47">
                  <c:v>42696.9791666667</c:v>
                </c:pt>
                <c:pt idx="48">
                  <c:v>42697</c:v>
                </c:pt>
                <c:pt idx="49">
                  <c:v>42697.0208333333</c:v>
                </c:pt>
                <c:pt idx="50">
                  <c:v>42697.0416666667</c:v>
                </c:pt>
                <c:pt idx="51">
                  <c:v>42697.0625</c:v>
                </c:pt>
                <c:pt idx="52">
                  <c:v>42697.0833333333</c:v>
                </c:pt>
                <c:pt idx="53">
                  <c:v>42697.1041666667</c:v>
                </c:pt>
                <c:pt idx="54">
                  <c:v>42697.125</c:v>
                </c:pt>
                <c:pt idx="55">
                  <c:v>42697.1458333333</c:v>
                </c:pt>
                <c:pt idx="56">
                  <c:v>42697.1666666667</c:v>
                </c:pt>
                <c:pt idx="57">
                  <c:v>42697.1875</c:v>
                </c:pt>
                <c:pt idx="58">
                  <c:v>42697.2083333333</c:v>
                </c:pt>
                <c:pt idx="59">
                  <c:v>42697.2291666667</c:v>
                </c:pt>
                <c:pt idx="60">
                  <c:v>42697.25</c:v>
                </c:pt>
                <c:pt idx="61">
                  <c:v>42697.2708333333</c:v>
                </c:pt>
                <c:pt idx="62">
                  <c:v>42697.2916666667</c:v>
                </c:pt>
                <c:pt idx="63">
                  <c:v>42697.3125</c:v>
                </c:pt>
                <c:pt idx="64">
                  <c:v>42697.3333333333</c:v>
                </c:pt>
                <c:pt idx="65">
                  <c:v>42697.3541666667</c:v>
                </c:pt>
                <c:pt idx="66">
                  <c:v>42697.375</c:v>
                </c:pt>
                <c:pt idx="67">
                  <c:v>42697.3958333333</c:v>
                </c:pt>
                <c:pt idx="68">
                  <c:v>42697.4166666667</c:v>
                </c:pt>
                <c:pt idx="69">
                  <c:v>42697.4375</c:v>
                </c:pt>
                <c:pt idx="70">
                  <c:v>42697.4583333333</c:v>
                </c:pt>
                <c:pt idx="71">
                  <c:v>42697.4791666667</c:v>
                </c:pt>
                <c:pt idx="72">
                  <c:v>42697.5</c:v>
                </c:pt>
                <c:pt idx="73">
                  <c:v>42697.5208333333</c:v>
                </c:pt>
                <c:pt idx="74">
                  <c:v>42697.5416666667</c:v>
                </c:pt>
                <c:pt idx="75">
                  <c:v>42697.5625</c:v>
                </c:pt>
                <c:pt idx="76">
                  <c:v>42697.5833333333</c:v>
                </c:pt>
                <c:pt idx="77">
                  <c:v>42697.6041666667</c:v>
                </c:pt>
                <c:pt idx="78">
                  <c:v>42697.625</c:v>
                </c:pt>
                <c:pt idx="79">
                  <c:v>42697.6458333333</c:v>
                </c:pt>
                <c:pt idx="80">
                  <c:v>42697.6666666667</c:v>
                </c:pt>
                <c:pt idx="81">
                  <c:v>42697.6875</c:v>
                </c:pt>
                <c:pt idx="82">
                  <c:v>42697.7083333333</c:v>
                </c:pt>
                <c:pt idx="83">
                  <c:v>42697.7291666667</c:v>
                </c:pt>
                <c:pt idx="84">
                  <c:v>42697.75</c:v>
                </c:pt>
                <c:pt idx="85">
                  <c:v>42697.7708333333</c:v>
                </c:pt>
                <c:pt idx="86">
                  <c:v>42697.7916666667</c:v>
                </c:pt>
                <c:pt idx="87">
                  <c:v>42697.8125</c:v>
                </c:pt>
                <c:pt idx="88">
                  <c:v>42697.8333333333</c:v>
                </c:pt>
                <c:pt idx="89">
                  <c:v>42697.8541666667</c:v>
                </c:pt>
                <c:pt idx="90">
                  <c:v>42697.875</c:v>
                </c:pt>
                <c:pt idx="91">
                  <c:v>42697.8958333333</c:v>
                </c:pt>
                <c:pt idx="92">
                  <c:v>42697.9166666667</c:v>
                </c:pt>
                <c:pt idx="93">
                  <c:v>42697.9375</c:v>
                </c:pt>
                <c:pt idx="94">
                  <c:v>42697.9583333333</c:v>
                </c:pt>
                <c:pt idx="95">
                  <c:v>42697.9791666667</c:v>
                </c:pt>
                <c:pt idx="96">
                  <c:v>42698</c:v>
                </c:pt>
                <c:pt idx="97">
                  <c:v>42698.0208333333</c:v>
                </c:pt>
                <c:pt idx="98">
                  <c:v>42698.0416666667</c:v>
                </c:pt>
                <c:pt idx="99">
                  <c:v>42698.0625</c:v>
                </c:pt>
                <c:pt idx="100">
                  <c:v>42698.0833333333</c:v>
                </c:pt>
                <c:pt idx="101">
                  <c:v>42698.1041666667</c:v>
                </c:pt>
                <c:pt idx="102">
                  <c:v>42698.125</c:v>
                </c:pt>
                <c:pt idx="103">
                  <c:v>42698.1458333333</c:v>
                </c:pt>
                <c:pt idx="104">
                  <c:v>42698.1666666667</c:v>
                </c:pt>
                <c:pt idx="105">
                  <c:v>42698.1875</c:v>
                </c:pt>
                <c:pt idx="106">
                  <c:v>42698.2083333333</c:v>
                </c:pt>
                <c:pt idx="107">
                  <c:v>42698.2291666667</c:v>
                </c:pt>
                <c:pt idx="108">
                  <c:v>42698.25</c:v>
                </c:pt>
                <c:pt idx="109">
                  <c:v>42698.2708333333</c:v>
                </c:pt>
                <c:pt idx="110">
                  <c:v>42698.2916666667</c:v>
                </c:pt>
                <c:pt idx="111">
                  <c:v>42698.3125</c:v>
                </c:pt>
                <c:pt idx="112">
                  <c:v>42698.3333333333</c:v>
                </c:pt>
                <c:pt idx="113">
                  <c:v>42698.3541666667</c:v>
                </c:pt>
                <c:pt idx="114">
                  <c:v>42698.375</c:v>
                </c:pt>
                <c:pt idx="115">
                  <c:v>42698.3958333333</c:v>
                </c:pt>
                <c:pt idx="116">
                  <c:v>42698.4166666667</c:v>
                </c:pt>
                <c:pt idx="117">
                  <c:v>42698.4375</c:v>
                </c:pt>
                <c:pt idx="118">
                  <c:v>42698.4583333333</c:v>
                </c:pt>
                <c:pt idx="119">
                  <c:v>42698.4791666667</c:v>
                </c:pt>
                <c:pt idx="120">
                  <c:v>42698.5</c:v>
                </c:pt>
                <c:pt idx="121">
                  <c:v>42698.5208333333</c:v>
                </c:pt>
                <c:pt idx="122">
                  <c:v>42698.5416666667</c:v>
                </c:pt>
                <c:pt idx="123">
                  <c:v>42698.5625</c:v>
                </c:pt>
                <c:pt idx="124">
                  <c:v>42698.5833333333</c:v>
                </c:pt>
                <c:pt idx="125">
                  <c:v>42698.6041666667</c:v>
                </c:pt>
                <c:pt idx="126">
                  <c:v>42698.625</c:v>
                </c:pt>
                <c:pt idx="127">
                  <c:v>42698.6458333333</c:v>
                </c:pt>
                <c:pt idx="128">
                  <c:v>42698.6666666667</c:v>
                </c:pt>
                <c:pt idx="129">
                  <c:v>42698.6875</c:v>
                </c:pt>
                <c:pt idx="130">
                  <c:v>42698.7083333333</c:v>
                </c:pt>
                <c:pt idx="131">
                  <c:v>42698.7291666667</c:v>
                </c:pt>
                <c:pt idx="132">
                  <c:v>42698.75</c:v>
                </c:pt>
                <c:pt idx="133">
                  <c:v>42698.7708333333</c:v>
                </c:pt>
                <c:pt idx="134">
                  <c:v>42698.7916666667</c:v>
                </c:pt>
                <c:pt idx="135">
                  <c:v>42698.8125</c:v>
                </c:pt>
                <c:pt idx="136">
                  <c:v>42698.8333333333</c:v>
                </c:pt>
                <c:pt idx="137">
                  <c:v>42698.8541666667</c:v>
                </c:pt>
                <c:pt idx="138">
                  <c:v>42698.875</c:v>
                </c:pt>
                <c:pt idx="139">
                  <c:v>42698.8958333333</c:v>
                </c:pt>
                <c:pt idx="140">
                  <c:v>42698.9166666667</c:v>
                </c:pt>
                <c:pt idx="141">
                  <c:v>42698.9375</c:v>
                </c:pt>
                <c:pt idx="142">
                  <c:v>42698.9583333333</c:v>
                </c:pt>
                <c:pt idx="143">
                  <c:v>42698.9791666667</c:v>
                </c:pt>
              </c:numCache>
            </c:numRef>
          </c:xVal>
          <c:yVal>
            <c:numRef>
              <c:f>'Chart Data'!$B$2:$B$145</c:f>
              <c:numCache>
                <c:formatCode>0</c:formatCode>
                <c:ptCount val="144"/>
                <c:pt idx="0">
                  <c:v>5.5</c:v>
                </c:pt>
                <c:pt idx="1">
                  <c:v>5</c:v>
                </c:pt>
                <c:pt idx="2">
                  <c:v>3</c:v>
                </c:pt>
                <c:pt idx="3">
                  <c:v>2</c:v>
                </c:pt>
                <c:pt idx="4">
                  <c:v>2</c:v>
                </c:pt>
                <c:pt idx="5">
                  <c:v>2</c:v>
                </c:pt>
                <c:pt idx="6">
                  <c:v>1</c:v>
                </c:pt>
                <c:pt idx="7">
                  <c:v>2</c:v>
                </c:pt>
                <c:pt idx="8">
                  <c:v>2.5</c:v>
                </c:pt>
                <c:pt idx="9">
                  <c:v>1</c:v>
                </c:pt>
                <c:pt idx="10">
                  <c:v>1</c:v>
                </c:pt>
                <c:pt idx="11">
                  <c:v>1</c:v>
                </c:pt>
                <c:pt idx="12">
                  <c:v>2</c:v>
                </c:pt>
                <c:pt idx="13">
                  <c:v>3</c:v>
                </c:pt>
                <c:pt idx="14">
                  <c:v>8</c:v>
                </c:pt>
                <c:pt idx="15">
                  <c:v>10.5</c:v>
                </c:pt>
                <c:pt idx="16">
                  <c:v>12.5</c:v>
                </c:pt>
                <c:pt idx="17">
                  <c:v>15</c:v>
                </c:pt>
                <c:pt idx="18">
                  <c:v>17.5</c:v>
                </c:pt>
                <c:pt idx="19">
                  <c:v>14</c:v>
                </c:pt>
                <c:pt idx="20">
                  <c:v>14</c:v>
                </c:pt>
                <c:pt idx="21">
                  <c:v>11</c:v>
                </c:pt>
                <c:pt idx="22">
                  <c:v>10.5</c:v>
                </c:pt>
                <c:pt idx="23">
                  <c:v>9</c:v>
                </c:pt>
                <c:pt idx="24">
                  <c:v>10</c:v>
                </c:pt>
                <c:pt idx="25">
                  <c:v>10.5</c:v>
                </c:pt>
                <c:pt idx="26">
                  <c:v>14.5</c:v>
                </c:pt>
                <c:pt idx="27">
                  <c:v>13</c:v>
                </c:pt>
                <c:pt idx="28">
                  <c:v>12.5</c:v>
                </c:pt>
                <c:pt idx="29">
                  <c:v>12</c:v>
                </c:pt>
                <c:pt idx="30">
                  <c:v>10.5</c:v>
                </c:pt>
                <c:pt idx="31">
                  <c:v>7.5</c:v>
                </c:pt>
                <c:pt idx="32">
                  <c:v>7.5</c:v>
                </c:pt>
                <c:pt idx="33">
                  <c:v>10</c:v>
                </c:pt>
                <c:pt idx="34">
                  <c:v>9</c:v>
                </c:pt>
                <c:pt idx="35">
                  <c:v>11.5</c:v>
                </c:pt>
                <c:pt idx="36">
                  <c:v>12.5</c:v>
                </c:pt>
                <c:pt idx="37">
                  <c:v>12.5</c:v>
                </c:pt>
                <c:pt idx="38">
                  <c:v>15.5</c:v>
                </c:pt>
                <c:pt idx="39">
                  <c:v>14</c:v>
                </c:pt>
                <c:pt idx="40">
                  <c:v>17</c:v>
                </c:pt>
                <c:pt idx="41">
                  <c:v>16.5</c:v>
                </c:pt>
                <c:pt idx="42">
                  <c:v>14.5</c:v>
                </c:pt>
                <c:pt idx="43">
                  <c:v>14</c:v>
                </c:pt>
                <c:pt idx="44">
                  <c:v>12</c:v>
                </c:pt>
                <c:pt idx="45">
                  <c:v>9.5</c:v>
                </c:pt>
                <c:pt idx="46">
                  <c:v>8.5</c:v>
                </c:pt>
                <c:pt idx="47">
                  <c:v>7</c:v>
                </c:pt>
                <c:pt idx="48">
                  <c:v>5.5</c:v>
                </c:pt>
                <c:pt idx="49">
                  <c:v>5</c:v>
                </c:pt>
                <c:pt idx="50">
                  <c:v>3</c:v>
                </c:pt>
                <c:pt idx="51">
                  <c:v>2</c:v>
                </c:pt>
                <c:pt idx="52">
                  <c:v>2</c:v>
                </c:pt>
                <c:pt idx="53">
                  <c:v>2</c:v>
                </c:pt>
                <c:pt idx="54">
                  <c:v>1</c:v>
                </c:pt>
                <c:pt idx="55">
                  <c:v>2</c:v>
                </c:pt>
                <c:pt idx="56">
                  <c:v>2.5</c:v>
                </c:pt>
                <c:pt idx="57">
                  <c:v>1</c:v>
                </c:pt>
                <c:pt idx="58">
                  <c:v>1</c:v>
                </c:pt>
                <c:pt idx="59">
                  <c:v>1</c:v>
                </c:pt>
                <c:pt idx="60">
                  <c:v>2</c:v>
                </c:pt>
                <c:pt idx="61">
                  <c:v>3</c:v>
                </c:pt>
                <c:pt idx="62">
                  <c:v>8</c:v>
                </c:pt>
                <c:pt idx="63">
                  <c:v>10.5</c:v>
                </c:pt>
                <c:pt idx="64">
                  <c:v>12.5</c:v>
                </c:pt>
                <c:pt idx="65">
                  <c:v>15</c:v>
                </c:pt>
                <c:pt idx="66">
                  <c:v>17.5</c:v>
                </c:pt>
                <c:pt idx="67">
                  <c:v>14</c:v>
                </c:pt>
                <c:pt idx="68">
                  <c:v>14</c:v>
                </c:pt>
                <c:pt idx="69">
                  <c:v>11</c:v>
                </c:pt>
                <c:pt idx="70">
                  <c:v>10.5</c:v>
                </c:pt>
                <c:pt idx="71">
                  <c:v>9</c:v>
                </c:pt>
                <c:pt idx="72">
                  <c:v>10</c:v>
                </c:pt>
                <c:pt idx="73">
                  <c:v>10.5</c:v>
                </c:pt>
                <c:pt idx="74">
                  <c:v>14.5</c:v>
                </c:pt>
                <c:pt idx="75">
                  <c:v>13</c:v>
                </c:pt>
                <c:pt idx="76">
                  <c:v>12.5</c:v>
                </c:pt>
                <c:pt idx="77">
                  <c:v>12</c:v>
                </c:pt>
                <c:pt idx="78">
                  <c:v>10.5</c:v>
                </c:pt>
                <c:pt idx="79">
                  <c:v>7.5</c:v>
                </c:pt>
                <c:pt idx="80">
                  <c:v>7.5</c:v>
                </c:pt>
                <c:pt idx="81">
                  <c:v>10</c:v>
                </c:pt>
                <c:pt idx="82">
                  <c:v>9</c:v>
                </c:pt>
                <c:pt idx="83">
                  <c:v>11.5</c:v>
                </c:pt>
                <c:pt idx="84">
                  <c:v>12.5</c:v>
                </c:pt>
                <c:pt idx="85">
                  <c:v>12.5</c:v>
                </c:pt>
                <c:pt idx="86">
                  <c:v>15.5</c:v>
                </c:pt>
                <c:pt idx="87">
                  <c:v>14</c:v>
                </c:pt>
                <c:pt idx="88">
                  <c:v>17</c:v>
                </c:pt>
                <c:pt idx="89">
                  <c:v>16.5</c:v>
                </c:pt>
                <c:pt idx="90">
                  <c:v>14.5</c:v>
                </c:pt>
                <c:pt idx="91">
                  <c:v>14</c:v>
                </c:pt>
                <c:pt idx="92">
                  <c:v>12</c:v>
                </c:pt>
                <c:pt idx="93">
                  <c:v>9.5</c:v>
                </c:pt>
                <c:pt idx="94">
                  <c:v>8.5</c:v>
                </c:pt>
                <c:pt idx="95">
                  <c:v>7</c:v>
                </c:pt>
                <c:pt idx="96">
                  <c:v>5.5</c:v>
                </c:pt>
                <c:pt idx="97">
                  <c:v>5</c:v>
                </c:pt>
                <c:pt idx="98">
                  <c:v>3</c:v>
                </c:pt>
                <c:pt idx="99">
                  <c:v>2</c:v>
                </c:pt>
                <c:pt idx="100">
                  <c:v>2</c:v>
                </c:pt>
                <c:pt idx="101">
                  <c:v>2</c:v>
                </c:pt>
                <c:pt idx="102">
                  <c:v>1</c:v>
                </c:pt>
                <c:pt idx="103">
                  <c:v>2</c:v>
                </c:pt>
                <c:pt idx="104">
                  <c:v>2.5</c:v>
                </c:pt>
                <c:pt idx="105">
                  <c:v>1</c:v>
                </c:pt>
                <c:pt idx="106">
                  <c:v>1</c:v>
                </c:pt>
                <c:pt idx="107">
                  <c:v>1</c:v>
                </c:pt>
                <c:pt idx="108">
                  <c:v>2</c:v>
                </c:pt>
                <c:pt idx="109">
                  <c:v>3</c:v>
                </c:pt>
                <c:pt idx="110">
                  <c:v>8</c:v>
                </c:pt>
                <c:pt idx="111">
                  <c:v>10.5</c:v>
                </c:pt>
                <c:pt idx="112">
                  <c:v>12.5</c:v>
                </c:pt>
                <c:pt idx="113">
                  <c:v>15</c:v>
                </c:pt>
                <c:pt idx="114">
                  <c:v>17.5</c:v>
                </c:pt>
                <c:pt idx="115">
                  <c:v>14</c:v>
                </c:pt>
                <c:pt idx="116">
                  <c:v>14</c:v>
                </c:pt>
                <c:pt idx="117">
                  <c:v>11</c:v>
                </c:pt>
                <c:pt idx="118">
                  <c:v>10.5</c:v>
                </c:pt>
                <c:pt idx="119">
                  <c:v>9</c:v>
                </c:pt>
                <c:pt idx="120">
                  <c:v>10</c:v>
                </c:pt>
                <c:pt idx="121">
                  <c:v>10.5</c:v>
                </c:pt>
                <c:pt idx="122">
                  <c:v>14.5</c:v>
                </c:pt>
                <c:pt idx="123">
                  <c:v>13</c:v>
                </c:pt>
                <c:pt idx="124">
                  <c:v>12.5</c:v>
                </c:pt>
                <c:pt idx="125">
                  <c:v>12</c:v>
                </c:pt>
                <c:pt idx="126">
                  <c:v>10.5</c:v>
                </c:pt>
                <c:pt idx="127">
                  <c:v>7.5</c:v>
                </c:pt>
                <c:pt idx="128">
                  <c:v>7.5</c:v>
                </c:pt>
                <c:pt idx="129">
                  <c:v>10</c:v>
                </c:pt>
                <c:pt idx="130">
                  <c:v>9</c:v>
                </c:pt>
                <c:pt idx="131">
                  <c:v>11.5</c:v>
                </c:pt>
                <c:pt idx="132">
                  <c:v>12.5</c:v>
                </c:pt>
                <c:pt idx="133">
                  <c:v>12.5</c:v>
                </c:pt>
                <c:pt idx="134">
                  <c:v>15.5</c:v>
                </c:pt>
                <c:pt idx="135">
                  <c:v>14</c:v>
                </c:pt>
                <c:pt idx="136">
                  <c:v>17</c:v>
                </c:pt>
                <c:pt idx="137">
                  <c:v>16.5</c:v>
                </c:pt>
                <c:pt idx="138">
                  <c:v>14.5</c:v>
                </c:pt>
                <c:pt idx="139">
                  <c:v>14</c:v>
                </c:pt>
                <c:pt idx="140">
                  <c:v>12</c:v>
                </c:pt>
                <c:pt idx="141">
                  <c:v>9.5</c:v>
                </c:pt>
                <c:pt idx="142">
                  <c:v>8.5</c:v>
                </c:pt>
                <c:pt idx="143">
                  <c:v>7</c:v>
                </c:pt>
              </c:numCache>
            </c:numRef>
          </c:yVal>
          <c:smooth val="0"/>
        </c:ser>
        <c:ser>
          <c:idx val="1"/>
          <c:order val="1"/>
          <c:tx>
            <c:strRef>
              <c:f>'Chart Data'!$D$1</c:f>
              <c:strCache>
                <c:ptCount val="1"/>
                <c:pt idx="0">
                  <c:v>Grid 601 target</c:v>
                </c:pt>
              </c:strCache>
            </c:strRef>
          </c:tx>
          <c:spPr>
            <a:ln w="15240" cap="rnd">
              <a:solidFill>
                <a:srgbClr val="EA700D"/>
              </a:solidFill>
              <a:prstDash val="solid"/>
              <a:round/>
            </a:ln>
          </c:spPr>
          <c:marker>
            <c:symbol val="none"/>
          </c:marker>
          <c:dLbls>
            <c:delete val="1"/>
          </c:dLbls>
          <c:xVal>
            <c:numRef>
              <c:f>'Chart Data'!$C$2:$C$145</c:f>
              <c:numCache>
                <c:formatCode>General</c:formatCode>
                <c:ptCount val="144"/>
                <c:pt idx="0">
                  <c:v>42696</c:v>
                </c:pt>
                <c:pt idx="1">
                  <c:v>42696.0208333333</c:v>
                </c:pt>
                <c:pt idx="2">
                  <c:v>42696.0416666667</c:v>
                </c:pt>
                <c:pt idx="3">
                  <c:v>42696.0625</c:v>
                </c:pt>
                <c:pt idx="4">
                  <c:v>42696.0833333333</c:v>
                </c:pt>
                <c:pt idx="5">
                  <c:v>42696.1041666667</c:v>
                </c:pt>
                <c:pt idx="6">
                  <c:v>42696.125</c:v>
                </c:pt>
                <c:pt idx="7">
                  <c:v>42696.1458333333</c:v>
                </c:pt>
                <c:pt idx="8">
                  <c:v>42696.1666666667</c:v>
                </c:pt>
                <c:pt idx="9">
                  <c:v>42696.1875</c:v>
                </c:pt>
                <c:pt idx="10">
                  <c:v>42696.2083333333</c:v>
                </c:pt>
                <c:pt idx="11">
                  <c:v>42696.2291666667</c:v>
                </c:pt>
                <c:pt idx="12">
                  <c:v>42696.25</c:v>
                </c:pt>
                <c:pt idx="13">
                  <c:v>42696.2708333333</c:v>
                </c:pt>
                <c:pt idx="14">
                  <c:v>42696.2916666667</c:v>
                </c:pt>
                <c:pt idx="15">
                  <c:v>42696.3125</c:v>
                </c:pt>
                <c:pt idx="16">
                  <c:v>42696.3333333333</c:v>
                </c:pt>
                <c:pt idx="17">
                  <c:v>42696.3541666667</c:v>
                </c:pt>
                <c:pt idx="18">
                  <c:v>42696.375</c:v>
                </c:pt>
                <c:pt idx="19">
                  <c:v>42696.3958333333</c:v>
                </c:pt>
                <c:pt idx="20">
                  <c:v>42696.4166666667</c:v>
                </c:pt>
                <c:pt idx="21">
                  <c:v>42696.4375</c:v>
                </c:pt>
                <c:pt idx="22">
                  <c:v>42696.4583333333</c:v>
                </c:pt>
                <c:pt idx="23">
                  <c:v>42696.4791666667</c:v>
                </c:pt>
                <c:pt idx="24">
                  <c:v>42696.5</c:v>
                </c:pt>
                <c:pt idx="25">
                  <c:v>42696.5208333333</c:v>
                </c:pt>
                <c:pt idx="26">
                  <c:v>42696.5416666667</c:v>
                </c:pt>
                <c:pt idx="27">
                  <c:v>42696.5625</c:v>
                </c:pt>
                <c:pt idx="28">
                  <c:v>42696.5833333333</c:v>
                </c:pt>
                <c:pt idx="29">
                  <c:v>42696.6041666667</c:v>
                </c:pt>
                <c:pt idx="30">
                  <c:v>42696.625</c:v>
                </c:pt>
                <c:pt idx="31">
                  <c:v>42696.6458333333</c:v>
                </c:pt>
                <c:pt idx="32">
                  <c:v>42696.6666666667</c:v>
                </c:pt>
                <c:pt idx="33">
                  <c:v>42696.6875</c:v>
                </c:pt>
                <c:pt idx="34">
                  <c:v>42696.7083333333</c:v>
                </c:pt>
                <c:pt idx="35">
                  <c:v>42696.7291666667</c:v>
                </c:pt>
                <c:pt idx="36">
                  <c:v>42696.75</c:v>
                </c:pt>
                <c:pt idx="37">
                  <c:v>42696.7708333333</c:v>
                </c:pt>
                <c:pt idx="38">
                  <c:v>42696.7916666667</c:v>
                </c:pt>
                <c:pt idx="39">
                  <c:v>42696.8125</c:v>
                </c:pt>
                <c:pt idx="40">
                  <c:v>42696.8333333333</c:v>
                </c:pt>
                <c:pt idx="41">
                  <c:v>42696.8541666667</c:v>
                </c:pt>
                <c:pt idx="42">
                  <c:v>42696.875</c:v>
                </c:pt>
                <c:pt idx="43">
                  <c:v>42696.8958333333</c:v>
                </c:pt>
                <c:pt idx="44">
                  <c:v>42696.9166666667</c:v>
                </c:pt>
                <c:pt idx="45">
                  <c:v>42696.9375</c:v>
                </c:pt>
                <c:pt idx="46">
                  <c:v>42696.9583333333</c:v>
                </c:pt>
                <c:pt idx="47">
                  <c:v>42696.9791666667</c:v>
                </c:pt>
                <c:pt idx="48">
                  <c:v>42697</c:v>
                </c:pt>
                <c:pt idx="49">
                  <c:v>42697.0208333333</c:v>
                </c:pt>
                <c:pt idx="50">
                  <c:v>42697.0416666667</c:v>
                </c:pt>
                <c:pt idx="51">
                  <c:v>42697.0625</c:v>
                </c:pt>
                <c:pt idx="52">
                  <c:v>42697.0833333333</c:v>
                </c:pt>
                <c:pt idx="53">
                  <c:v>42697.1041666667</c:v>
                </c:pt>
                <c:pt idx="54">
                  <c:v>42697.125</c:v>
                </c:pt>
                <c:pt idx="55">
                  <c:v>42697.1458333333</c:v>
                </c:pt>
                <c:pt idx="56">
                  <c:v>42697.1666666667</c:v>
                </c:pt>
                <c:pt idx="57">
                  <c:v>42697.1875</c:v>
                </c:pt>
                <c:pt idx="58">
                  <c:v>42697.2083333333</c:v>
                </c:pt>
                <c:pt idx="59">
                  <c:v>42697.2291666667</c:v>
                </c:pt>
                <c:pt idx="60">
                  <c:v>42697.25</c:v>
                </c:pt>
                <c:pt idx="61">
                  <c:v>42697.2708333333</c:v>
                </c:pt>
                <c:pt idx="62">
                  <c:v>42697.2916666667</c:v>
                </c:pt>
                <c:pt idx="63">
                  <c:v>42697.3125</c:v>
                </c:pt>
                <c:pt idx="64">
                  <c:v>42697.3333333333</c:v>
                </c:pt>
                <c:pt idx="65">
                  <c:v>42697.3541666667</c:v>
                </c:pt>
                <c:pt idx="66">
                  <c:v>42697.375</c:v>
                </c:pt>
                <c:pt idx="67">
                  <c:v>42697.3958333333</c:v>
                </c:pt>
                <c:pt idx="68">
                  <c:v>42697.4166666667</c:v>
                </c:pt>
                <c:pt idx="69">
                  <c:v>42697.4375</c:v>
                </c:pt>
                <c:pt idx="70">
                  <c:v>42697.4583333333</c:v>
                </c:pt>
                <c:pt idx="71">
                  <c:v>42697.4791666667</c:v>
                </c:pt>
                <c:pt idx="72">
                  <c:v>42697.5</c:v>
                </c:pt>
                <c:pt idx="73">
                  <c:v>42697.5208333333</c:v>
                </c:pt>
                <c:pt idx="74">
                  <c:v>42697.5416666667</c:v>
                </c:pt>
                <c:pt idx="75">
                  <c:v>42697.5625</c:v>
                </c:pt>
                <c:pt idx="76">
                  <c:v>42697.5833333333</c:v>
                </c:pt>
                <c:pt idx="77">
                  <c:v>42697.6041666667</c:v>
                </c:pt>
                <c:pt idx="78">
                  <c:v>42697.625</c:v>
                </c:pt>
                <c:pt idx="79">
                  <c:v>42697.6458333333</c:v>
                </c:pt>
                <c:pt idx="80">
                  <c:v>42697.6666666667</c:v>
                </c:pt>
                <c:pt idx="81">
                  <c:v>42697.6875</c:v>
                </c:pt>
                <c:pt idx="82">
                  <c:v>42697.7083333333</c:v>
                </c:pt>
                <c:pt idx="83">
                  <c:v>42697.7291666667</c:v>
                </c:pt>
                <c:pt idx="84">
                  <c:v>42697.75</c:v>
                </c:pt>
                <c:pt idx="85">
                  <c:v>42697.7708333333</c:v>
                </c:pt>
                <c:pt idx="86">
                  <c:v>42697.7916666667</c:v>
                </c:pt>
                <c:pt idx="87">
                  <c:v>42697.8125</c:v>
                </c:pt>
                <c:pt idx="88">
                  <c:v>42697.8333333333</c:v>
                </c:pt>
                <c:pt idx="89">
                  <c:v>42697.8541666667</c:v>
                </c:pt>
                <c:pt idx="90">
                  <c:v>42697.875</c:v>
                </c:pt>
                <c:pt idx="91">
                  <c:v>42697.8958333333</c:v>
                </c:pt>
                <c:pt idx="92">
                  <c:v>42697.9166666667</c:v>
                </c:pt>
                <c:pt idx="93">
                  <c:v>42697.9375</c:v>
                </c:pt>
                <c:pt idx="94">
                  <c:v>42697.9583333333</c:v>
                </c:pt>
                <c:pt idx="95">
                  <c:v>42697.9791666667</c:v>
                </c:pt>
                <c:pt idx="96">
                  <c:v>42698</c:v>
                </c:pt>
                <c:pt idx="97">
                  <c:v>42698.0208333333</c:v>
                </c:pt>
                <c:pt idx="98">
                  <c:v>42698.0416666667</c:v>
                </c:pt>
                <c:pt idx="99">
                  <c:v>42698.0625</c:v>
                </c:pt>
                <c:pt idx="100">
                  <c:v>42698.0833333333</c:v>
                </c:pt>
                <c:pt idx="101">
                  <c:v>42698.1041666667</c:v>
                </c:pt>
                <c:pt idx="102">
                  <c:v>42698.125</c:v>
                </c:pt>
                <c:pt idx="103">
                  <c:v>42698.1458333333</c:v>
                </c:pt>
                <c:pt idx="104">
                  <c:v>42698.1666666667</c:v>
                </c:pt>
                <c:pt idx="105">
                  <c:v>42698.1875</c:v>
                </c:pt>
                <c:pt idx="106">
                  <c:v>42698.2083333333</c:v>
                </c:pt>
                <c:pt idx="107">
                  <c:v>42698.2291666667</c:v>
                </c:pt>
                <c:pt idx="108">
                  <c:v>42698.25</c:v>
                </c:pt>
                <c:pt idx="109">
                  <c:v>42698.2708333333</c:v>
                </c:pt>
                <c:pt idx="110">
                  <c:v>42698.2916666667</c:v>
                </c:pt>
                <c:pt idx="111">
                  <c:v>42698.3125</c:v>
                </c:pt>
                <c:pt idx="112">
                  <c:v>42698.3333333333</c:v>
                </c:pt>
                <c:pt idx="113">
                  <c:v>42698.3541666667</c:v>
                </c:pt>
                <c:pt idx="114">
                  <c:v>42698.375</c:v>
                </c:pt>
                <c:pt idx="115">
                  <c:v>42698.3958333333</c:v>
                </c:pt>
                <c:pt idx="116">
                  <c:v>42698.4166666667</c:v>
                </c:pt>
                <c:pt idx="117">
                  <c:v>42698.4375</c:v>
                </c:pt>
                <c:pt idx="118">
                  <c:v>42698.4583333333</c:v>
                </c:pt>
                <c:pt idx="119">
                  <c:v>42698.4791666667</c:v>
                </c:pt>
                <c:pt idx="120">
                  <c:v>42698.5</c:v>
                </c:pt>
                <c:pt idx="121">
                  <c:v>42698.5208333333</c:v>
                </c:pt>
                <c:pt idx="122">
                  <c:v>42698.5416666667</c:v>
                </c:pt>
                <c:pt idx="123">
                  <c:v>42698.5625</c:v>
                </c:pt>
                <c:pt idx="124">
                  <c:v>42698.5833333333</c:v>
                </c:pt>
                <c:pt idx="125">
                  <c:v>42698.6041666667</c:v>
                </c:pt>
                <c:pt idx="126">
                  <c:v>42698.625</c:v>
                </c:pt>
                <c:pt idx="127">
                  <c:v>42698.6458333333</c:v>
                </c:pt>
                <c:pt idx="128">
                  <c:v>42698.6666666667</c:v>
                </c:pt>
                <c:pt idx="129">
                  <c:v>42698.6875</c:v>
                </c:pt>
                <c:pt idx="130">
                  <c:v>42698.7083333333</c:v>
                </c:pt>
                <c:pt idx="131">
                  <c:v>42698.7291666667</c:v>
                </c:pt>
                <c:pt idx="132">
                  <c:v>42698.75</c:v>
                </c:pt>
                <c:pt idx="133">
                  <c:v>42698.7708333333</c:v>
                </c:pt>
                <c:pt idx="134">
                  <c:v>42698.7916666667</c:v>
                </c:pt>
                <c:pt idx="135">
                  <c:v>42698.8125</c:v>
                </c:pt>
                <c:pt idx="136">
                  <c:v>42698.8333333333</c:v>
                </c:pt>
                <c:pt idx="137">
                  <c:v>42698.8541666667</c:v>
                </c:pt>
                <c:pt idx="138">
                  <c:v>42698.875</c:v>
                </c:pt>
                <c:pt idx="139">
                  <c:v>42698.8958333333</c:v>
                </c:pt>
                <c:pt idx="140">
                  <c:v>42698.9166666667</c:v>
                </c:pt>
                <c:pt idx="141">
                  <c:v>42698.9375</c:v>
                </c:pt>
                <c:pt idx="142">
                  <c:v>42698.9583333333</c:v>
                </c:pt>
                <c:pt idx="143">
                  <c:v>42698.9791666667</c:v>
                </c:pt>
              </c:numCache>
            </c:numRef>
          </c:xVal>
          <c:yVal>
            <c:numRef>
              <c:f>'Chart Data'!$D$2:$D$145</c:f>
              <c:numCache>
                <c:formatCode>0</c:formatCode>
                <c:ptCount val="144"/>
                <c:pt idx="0">
                  <c:v>6</c:v>
                </c:pt>
                <c:pt idx="1">
                  <c:v>1</c:v>
                </c:pt>
                <c:pt idx="2">
                  <c:v>3</c:v>
                </c:pt>
                <c:pt idx="3">
                  <c:v>2</c:v>
                </c:pt>
                <c:pt idx="4">
                  <c:v>1</c:v>
                </c:pt>
                <c:pt idx="5">
                  <c:v>1</c:v>
                </c:pt>
                <c:pt idx="6">
                  <c:v>0</c:v>
                </c:pt>
                <c:pt idx="7">
                  <c:v>2</c:v>
                </c:pt>
                <c:pt idx="8">
                  <c:v>1</c:v>
                </c:pt>
                <c:pt idx="9">
                  <c:v>0</c:v>
                </c:pt>
                <c:pt idx="10">
                  <c:v>0</c:v>
                </c:pt>
                <c:pt idx="11">
                  <c:v>0</c:v>
                </c:pt>
                <c:pt idx="12">
                  <c:v>2</c:v>
                </c:pt>
                <c:pt idx="13">
                  <c:v>1</c:v>
                </c:pt>
                <c:pt idx="14">
                  <c:v>9</c:v>
                </c:pt>
                <c:pt idx="15">
                  <c:v>14</c:v>
                </c:pt>
                <c:pt idx="16">
                  <c:v>10</c:v>
                </c:pt>
                <c:pt idx="17">
                  <c:v>14</c:v>
                </c:pt>
                <c:pt idx="18">
                  <c:v>23</c:v>
                </c:pt>
                <c:pt idx="19">
                  <c:v>11</c:v>
                </c:pt>
                <c:pt idx="20">
                  <c:v>8</c:v>
                </c:pt>
                <c:pt idx="21">
                  <c:v>6</c:v>
                </c:pt>
                <c:pt idx="22">
                  <c:v>10</c:v>
                </c:pt>
                <c:pt idx="23">
                  <c:v>11</c:v>
                </c:pt>
                <c:pt idx="24">
                  <c:v>2</c:v>
                </c:pt>
                <c:pt idx="25">
                  <c:v>9</c:v>
                </c:pt>
                <c:pt idx="26">
                  <c:v>11</c:v>
                </c:pt>
                <c:pt idx="27">
                  <c:v>11</c:v>
                </c:pt>
                <c:pt idx="28">
                  <c:v>17</c:v>
                </c:pt>
                <c:pt idx="29">
                  <c:v>15</c:v>
                </c:pt>
                <c:pt idx="30">
                  <c:v>13</c:v>
                </c:pt>
                <c:pt idx="31">
                  <c:v>6</c:v>
                </c:pt>
                <c:pt idx="32">
                  <c:v>14</c:v>
                </c:pt>
                <c:pt idx="33">
                  <c:v>7</c:v>
                </c:pt>
                <c:pt idx="34">
                  <c:v>13</c:v>
                </c:pt>
                <c:pt idx="35">
                  <c:v>12</c:v>
                </c:pt>
                <c:pt idx="36">
                  <c:v>12</c:v>
                </c:pt>
                <c:pt idx="37">
                  <c:v>13</c:v>
                </c:pt>
                <c:pt idx="38">
                  <c:v>12</c:v>
                </c:pt>
                <c:pt idx="39">
                  <c:v>14</c:v>
                </c:pt>
                <c:pt idx="40">
                  <c:v>18</c:v>
                </c:pt>
                <c:pt idx="41">
                  <c:v>16</c:v>
                </c:pt>
                <c:pt idx="42">
                  <c:v>11</c:v>
                </c:pt>
                <c:pt idx="43">
                  <c:v>14</c:v>
                </c:pt>
                <c:pt idx="44">
                  <c:v>12</c:v>
                </c:pt>
                <c:pt idx="45">
                  <c:v>7</c:v>
                </c:pt>
                <c:pt idx="46">
                  <c:v>7</c:v>
                </c:pt>
                <c:pt idx="47">
                  <c:v>4</c:v>
                </c:pt>
                <c:pt idx="48">
                  <c:v>7</c:v>
                </c:pt>
                <c:pt idx="49">
                  <c:v>5</c:v>
                </c:pt>
                <c:pt idx="50">
                  <c:v>1</c:v>
                </c:pt>
                <c:pt idx="51">
                  <c:v>3</c:v>
                </c:pt>
                <c:pt idx="52">
                  <c:v>3</c:v>
                </c:pt>
                <c:pt idx="53">
                  <c:v>1</c:v>
                </c:pt>
                <c:pt idx="54">
                  <c:v>4</c:v>
                </c:pt>
                <c:pt idx="55">
                  <c:v>0</c:v>
                </c:pt>
                <c:pt idx="56">
                  <c:v>4</c:v>
                </c:pt>
                <c:pt idx="57">
                  <c:v>1</c:v>
                </c:pt>
                <c:pt idx="58">
                  <c:v>0</c:v>
                </c:pt>
                <c:pt idx="59">
                  <c:v>3</c:v>
                </c:pt>
                <c:pt idx="60">
                  <c:v>2</c:v>
                </c:pt>
                <c:pt idx="61">
                  <c:v>2</c:v>
                </c:pt>
                <c:pt idx="62">
                  <c:v>9</c:v>
                </c:pt>
                <c:pt idx="63">
                  <c:v>10</c:v>
                </c:pt>
                <c:pt idx="64">
                  <c:v>18</c:v>
                </c:pt>
                <c:pt idx="65">
                  <c:v>15</c:v>
                </c:pt>
                <c:pt idx="66">
                  <c:v>22</c:v>
                </c:pt>
                <c:pt idx="67">
                  <c:v>17</c:v>
                </c:pt>
                <c:pt idx="68">
                  <c:v>14</c:v>
                </c:pt>
                <c:pt idx="69">
                  <c:v>12</c:v>
                </c:pt>
                <c:pt idx="70">
                  <c:v>10</c:v>
                </c:pt>
                <c:pt idx="71">
                  <c:v>9</c:v>
                </c:pt>
                <c:pt idx="72">
                  <c:v>10</c:v>
                </c:pt>
                <c:pt idx="73">
                  <c:v>11</c:v>
                </c:pt>
                <c:pt idx="74">
                  <c:v>8</c:v>
                </c:pt>
                <c:pt idx="75">
                  <c:v>14</c:v>
                </c:pt>
                <c:pt idx="76">
                  <c:v>12</c:v>
                </c:pt>
                <c:pt idx="77">
                  <c:v>11</c:v>
                </c:pt>
                <c:pt idx="78">
                  <c:v>12</c:v>
                </c:pt>
                <c:pt idx="79">
                  <c:v>7</c:v>
                </c:pt>
                <c:pt idx="80">
                  <c:v>9</c:v>
                </c:pt>
                <c:pt idx="81">
                  <c:v>11</c:v>
                </c:pt>
                <c:pt idx="82">
                  <c:v>14</c:v>
                </c:pt>
                <c:pt idx="83">
                  <c:v>11</c:v>
                </c:pt>
                <c:pt idx="84">
                  <c:v>14</c:v>
                </c:pt>
                <c:pt idx="85">
                  <c:v>12</c:v>
                </c:pt>
                <c:pt idx="86">
                  <c:v>14</c:v>
                </c:pt>
                <c:pt idx="87">
                  <c:v>15</c:v>
                </c:pt>
                <c:pt idx="88">
                  <c:v>15</c:v>
                </c:pt>
                <c:pt idx="89">
                  <c:v>18</c:v>
                </c:pt>
                <c:pt idx="90">
                  <c:v>16</c:v>
                </c:pt>
                <c:pt idx="91">
                  <c:v>16</c:v>
                </c:pt>
                <c:pt idx="92">
                  <c:v>16</c:v>
                </c:pt>
                <c:pt idx="93">
                  <c:v>10</c:v>
                </c:pt>
                <c:pt idx="94">
                  <c:v>7</c:v>
                </c:pt>
                <c:pt idx="95">
                  <c:v>4</c:v>
                </c:pt>
                <c:pt idx="96">
                  <c:v>6</c:v>
                </c:pt>
                <c:pt idx="97">
                  <c:v>3</c:v>
                </c:pt>
                <c:pt idx="98">
                  <c:v>5</c:v>
                </c:pt>
                <c:pt idx="99">
                  <c:v>1</c:v>
                </c:pt>
                <c:pt idx="100">
                  <c:v>3</c:v>
                </c:pt>
                <c:pt idx="101">
                  <c:v>1</c:v>
                </c:pt>
                <c:pt idx="102">
                  <c:v>1</c:v>
                </c:pt>
                <c:pt idx="103">
                  <c:v>2</c:v>
                </c:pt>
                <c:pt idx="104">
                  <c:v>6</c:v>
                </c:pt>
                <c:pt idx="105">
                  <c:v>0</c:v>
                </c:pt>
                <c:pt idx="106">
                  <c:v>0</c:v>
                </c:pt>
                <c:pt idx="107">
                  <c:v>2</c:v>
                </c:pt>
                <c:pt idx="108">
                  <c:v>2</c:v>
                </c:pt>
                <c:pt idx="109">
                  <c:v>4</c:v>
                </c:pt>
                <c:pt idx="110">
                  <c:v>13</c:v>
                </c:pt>
                <c:pt idx="111">
                  <c:v>11</c:v>
                </c:pt>
                <c:pt idx="112">
                  <c:v>6</c:v>
                </c:pt>
                <c:pt idx="113">
                  <c:v>17</c:v>
                </c:pt>
                <c:pt idx="114">
                  <c:v>28</c:v>
                </c:pt>
                <c:pt idx="115">
                  <c:v>17</c:v>
                </c:pt>
                <c:pt idx="116">
                  <c:v>12</c:v>
                </c:pt>
                <c:pt idx="117">
                  <c:v>11</c:v>
                </c:pt>
                <c:pt idx="118">
                  <c:v>9</c:v>
                </c:pt>
                <c:pt idx="119">
                  <c:v>10</c:v>
                </c:pt>
                <c:pt idx="120">
                  <c:v>7</c:v>
                </c:pt>
                <c:pt idx="121">
                  <c:v>10</c:v>
                </c:pt>
                <c:pt idx="122">
                  <c:v>11</c:v>
                </c:pt>
                <c:pt idx="123">
                  <c:v>10</c:v>
                </c:pt>
                <c:pt idx="124">
                  <c:v>12</c:v>
                </c:pt>
                <c:pt idx="125">
                  <c:v>9</c:v>
                </c:pt>
                <c:pt idx="126">
                  <c:v>7</c:v>
                </c:pt>
                <c:pt idx="127">
                  <c:v>12</c:v>
                </c:pt>
                <c:pt idx="128">
                  <c:v>11</c:v>
                </c:pt>
                <c:pt idx="129">
                  <c:v>8</c:v>
                </c:pt>
                <c:pt idx="130">
                  <c:v>11</c:v>
                </c:pt>
                <c:pt idx="131">
                  <c:v>12</c:v>
                </c:pt>
                <c:pt idx="132">
                  <c:v>16</c:v>
                </c:pt>
                <c:pt idx="133">
                  <c:v>10</c:v>
                </c:pt>
                <c:pt idx="134">
                  <c:v>16</c:v>
                </c:pt>
                <c:pt idx="135">
                  <c:v>11</c:v>
                </c:pt>
                <c:pt idx="136">
                  <c:v>20</c:v>
                </c:pt>
                <c:pt idx="137">
                  <c:v>29</c:v>
                </c:pt>
                <c:pt idx="138">
                  <c:v>16</c:v>
                </c:pt>
                <c:pt idx="139">
                  <c:v>15</c:v>
                </c:pt>
                <c:pt idx="140">
                  <c:v>15</c:v>
                </c:pt>
                <c:pt idx="141">
                  <c:v>7</c:v>
                </c:pt>
                <c:pt idx="142">
                  <c:v>11</c:v>
                </c:pt>
                <c:pt idx="143">
                  <c:v>9</c:v>
                </c:pt>
              </c:numCache>
            </c:numRef>
          </c:yVal>
          <c:smooth val="0"/>
        </c:ser>
        <c:dLbls>
          <c:showLegendKey val="0"/>
          <c:showVal val="0"/>
          <c:showCatName val="0"/>
          <c:showSerName val="0"/>
          <c:showPercent val="0"/>
          <c:showBubbleSize val="0"/>
        </c:dLbls>
        <c:axId val="48650112"/>
        <c:axId val="48672768"/>
      </c:scatterChart>
      <c:valAx>
        <c:axId val="48650112"/>
        <c:scaling>
          <c:orientation val="minMax"/>
          <c:max val="42699"/>
          <c:min val="42696"/>
        </c:scaling>
        <c:delete val="0"/>
        <c:axPos val="b"/>
        <c:numFmt formatCode="General"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crossBetween val="midCat"/>
      </c:valAx>
      <c:valAx>
        <c:axId val="48672768"/>
        <c:scaling>
          <c:orientation val="minMax"/>
          <c:max val="30"/>
          <c:min val="0"/>
        </c:scaling>
        <c:delete val="0"/>
        <c:axPos val="l"/>
        <c:numFmt formatCode="0"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midCat"/>
      </c:valAx>
      <c:spPr>
        <a:noFill/>
        <a:ln>
          <a:noFill/>
        </a:ln>
      </c:spPr>
    </c:plotArea>
    <c:plotVisOnly val="1"/>
    <c:dispBlanksAs val="gap"/>
    <c:showDLblsOverMax val="0"/>
    <c:extLst>
      <c:ext uri="{0b15fc19-7d7d-44ad-8c2d-2c3a37ce22c3}">
        <chartProps xmlns="https://web.wps.cn/et/2018/main" chartId="{5a820001-c800-4134-bcbf-a042a611d59a}"/>
      </c:ext>
    </c:extLst>
  </c:chart>
  <c:spPr>
    <a:noFill/>
    <a:ln>
      <a:noFill/>
    </a:ln>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w val="1"/>
          <c:h val="1"/>
        </c:manualLayout>
      </c:layout>
      <c:scatterChart>
        <c:scatterStyle val="line"/>
        <c:varyColors val="0"/>
        <c:ser>
          <c:idx val="0"/>
          <c:order val="0"/>
          <c:tx>
            <c:strRef>
              <c:f>'Chart Data'!$B$1</c:f>
              <c:strCache>
                <c:ptCount val="1"/>
                <c:pt idx="0">
                  <c:v>Grid 601, Nov 18 history</c:v>
                </c:pt>
              </c:strCache>
            </c:strRef>
          </c:tx>
          <c:spPr>
            <a:ln w="13970" cap="rnd">
              <a:solidFill>
                <a:srgbClr val="0070C0"/>
              </a:solidFill>
              <a:prstDash val="dash"/>
              <a:round/>
            </a:ln>
          </c:spPr>
          <c:marker>
            <c:symbol val="none"/>
          </c:marker>
          <c:dLbls>
            <c:delete val="1"/>
          </c:dLbls>
          <c:xVal>
            <c:numRef>
              <c:f>'Chart Data'!$A$2:$A$13</c:f>
              <c:numCache>
                <c:formatCode>General</c:formatCode>
                <c:ptCount val="12"/>
                <c:pt idx="0">
                  <c:v>0</c:v>
                </c:pt>
                <c:pt idx="1">
                  <c:v>15</c:v>
                </c:pt>
                <c:pt idx="2">
                  <c:v>30</c:v>
                </c:pt>
                <c:pt idx="3">
                  <c:v>45</c:v>
                </c:pt>
                <c:pt idx="4">
                  <c:v>60</c:v>
                </c:pt>
                <c:pt idx="5">
                  <c:v>75</c:v>
                </c:pt>
                <c:pt idx="6">
                  <c:v>90</c:v>
                </c:pt>
                <c:pt idx="7">
                  <c:v>105</c:v>
                </c:pt>
                <c:pt idx="8">
                  <c:v>120</c:v>
                </c:pt>
                <c:pt idx="9">
                  <c:v>135</c:v>
                </c:pt>
                <c:pt idx="10">
                  <c:v>150</c:v>
                </c:pt>
                <c:pt idx="11">
                  <c:v>165</c:v>
                </c:pt>
              </c:numCache>
            </c:numRef>
          </c:xVal>
          <c:yVal>
            <c:numRef>
              <c:f>'Chart Data'!$B$2:$B$13</c:f>
              <c:numCache>
                <c:formatCode>0</c:formatCode>
                <c:ptCount val="12"/>
                <c:pt idx="0">
                  <c:v>5</c:v>
                </c:pt>
                <c:pt idx="1">
                  <c:v>9</c:v>
                </c:pt>
                <c:pt idx="2">
                  <c:v>13</c:v>
                </c:pt>
                <c:pt idx="3">
                  <c:v>12</c:v>
                </c:pt>
                <c:pt idx="4">
                  <c:v>10</c:v>
                </c:pt>
                <c:pt idx="5">
                  <c:v>6</c:v>
                </c:pt>
                <c:pt idx="6">
                  <c:v>6</c:v>
                </c:pt>
                <c:pt idx="7">
                  <c:v>7</c:v>
                </c:pt>
                <c:pt idx="8">
                  <c:v>6</c:v>
                </c:pt>
                <c:pt idx="9">
                  <c:v>7</c:v>
                </c:pt>
                <c:pt idx="10">
                  <c:v>4</c:v>
                </c:pt>
                <c:pt idx="11">
                  <c:v>3</c:v>
                </c:pt>
              </c:numCache>
            </c:numRef>
          </c:yVal>
          <c:smooth val="0"/>
        </c:ser>
        <c:ser>
          <c:idx val="1"/>
          <c:order val="1"/>
          <c:tx>
            <c:strRef>
              <c:f>'Chart Data'!$D$1</c:f>
              <c:strCache>
                <c:ptCount val="1"/>
                <c:pt idx="0">
                  <c:v>Grid 601 target</c:v>
                </c:pt>
              </c:strCache>
            </c:strRef>
          </c:tx>
          <c:spPr>
            <a:ln w="15240" cap="rnd">
              <a:solidFill>
                <a:srgbClr val="EA700D"/>
              </a:solidFill>
              <a:prstDash val="solid"/>
              <a:round/>
            </a:ln>
          </c:spPr>
          <c:marker>
            <c:symbol val="none"/>
          </c:marker>
          <c:dLbls>
            <c:delete val="1"/>
          </c:dLbls>
          <c:xVal>
            <c:numRef>
              <c:f>'Chart Data'!$C$2:$C$13</c:f>
              <c:numCache>
                <c:formatCode>General</c:formatCode>
                <c:ptCount val="12"/>
                <c:pt idx="0">
                  <c:v>0</c:v>
                </c:pt>
                <c:pt idx="1">
                  <c:v>15</c:v>
                </c:pt>
                <c:pt idx="2">
                  <c:v>30</c:v>
                </c:pt>
                <c:pt idx="3">
                  <c:v>45</c:v>
                </c:pt>
                <c:pt idx="4">
                  <c:v>60</c:v>
                </c:pt>
                <c:pt idx="5">
                  <c:v>75</c:v>
                </c:pt>
                <c:pt idx="6">
                  <c:v>90</c:v>
                </c:pt>
                <c:pt idx="7">
                  <c:v>105</c:v>
                </c:pt>
                <c:pt idx="8">
                  <c:v>120</c:v>
                </c:pt>
                <c:pt idx="9">
                  <c:v>135</c:v>
                </c:pt>
                <c:pt idx="10">
                  <c:v>150</c:v>
                </c:pt>
                <c:pt idx="11">
                  <c:v>165</c:v>
                </c:pt>
              </c:numCache>
            </c:numRef>
          </c:xVal>
          <c:yVal>
            <c:numRef>
              <c:f>'Chart Data'!$D$2:$D$13</c:f>
              <c:numCache>
                <c:formatCode>0</c:formatCode>
                <c:ptCount val="12"/>
                <c:pt idx="0">
                  <c:v>6</c:v>
                </c:pt>
                <c:pt idx="1">
                  <c:v>11</c:v>
                </c:pt>
                <c:pt idx="2">
                  <c:v>16</c:v>
                </c:pt>
                <c:pt idx="3">
                  <c:v>12</c:v>
                </c:pt>
                <c:pt idx="4">
                  <c:v>11</c:v>
                </c:pt>
                <c:pt idx="5">
                  <c:v>6</c:v>
                </c:pt>
                <c:pt idx="6">
                  <c:v>5</c:v>
                </c:pt>
                <c:pt idx="7">
                  <c:v>7</c:v>
                </c:pt>
                <c:pt idx="8">
                  <c:v>4</c:v>
                </c:pt>
                <c:pt idx="9">
                  <c:v>7</c:v>
                </c:pt>
                <c:pt idx="10">
                  <c:v>5</c:v>
                </c:pt>
                <c:pt idx="11">
                  <c:v>4</c:v>
                </c:pt>
              </c:numCache>
            </c:numRef>
          </c:yVal>
          <c:smooth val="0"/>
        </c:ser>
        <c:dLbls>
          <c:showLegendKey val="0"/>
          <c:showVal val="0"/>
          <c:showCatName val="0"/>
          <c:showSerName val="0"/>
          <c:showPercent val="0"/>
          <c:showBubbleSize val="0"/>
        </c:dLbls>
        <c:axId val="48650112"/>
        <c:axId val="48672768"/>
      </c:scatterChart>
      <c:valAx>
        <c:axId val="48650112"/>
        <c:scaling>
          <c:orientation val="minMax"/>
          <c:max val="180"/>
          <c:min val="0"/>
        </c:scaling>
        <c:delete val="0"/>
        <c:axPos val="b"/>
        <c:numFmt formatCode="General"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crossBetween val="midCat"/>
      </c:valAx>
      <c:valAx>
        <c:axId val="48672768"/>
        <c:scaling>
          <c:orientation val="minMax"/>
          <c:max val="20"/>
          <c:min val="0"/>
        </c:scaling>
        <c:delete val="0"/>
        <c:axPos val="l"/>
        <c:numFmt formatCode="0"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midCat"/>
      </c:valAx>
      <c:spPr>
        <a:noFill/>
        <a:ln>
          <a:noFill/>
        </a:ln>
      </c:spPr>
    </c:plotArea>
    <c:plotVisOnly val="1"/>
    <c:dispBlanksAs val="gap"/>
    <c:showDLblsOverMax val="0"/>
    <c:extLst>
      <c:ext uri="{0b15fc19-7d7d-44ad-8c2d-2c3a37ce22c3}">
        <chartProps xmlns="https://web.wps.cn/et/2018/main" chartId="{4929b622-e00a-4cf5-a368-19f2c4c97310}"/>
      </c:ext>
    </c:extLst>
  </c:chart>
  <c:spPr>
    <a:noFill/>
    <a:ln>
      <a:noFill/>
    </a:ln>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w val="1"/>
          <c:h val="1"/>
        </c:manualLayout>
      </c:layout>
      <c:scatterChart>
        <c:scatterStyle val="line"/>
        <c:varyColors val="0"/>
        <c:ser>
          <c:idx val="0"/>
          <c:order val="0"/>
          <c:tx>
            <c:strRef>
              <c:f>'Chart Data'!$B$1</c:f>
              <c:strCache>
                <c:ptCount val="1"/>
                <c:pt idx="0">
                  <c:v>Grid 600, Nov 24 (+30 min)</c:v>
                </c:pt>
              </c:strCache>
            </c:strRef>
          </c:tx>
          <c:spPr>
            <a:ln w="13970" cap="rnd">
              <a:solidFill>
                <a:srgbClr val="0070C0"/>
              </a:solidFill>
              <a:prstDash val="dash"/>
              <a:round/>
            </a:ln>
          </c:spPr>
          <c:marker>
            <c:symbol val="none"/>
          </c:marker>
          <c:dLbls>
            <c:delete val="1"/>
          </c:dLbls>
          <c:xVal>
            <c:numRef>
              <c:f>'Chart Data'!$A$2:$A$13</c:f>
              <c:numCache>
                <c:formatCode>General</c:formatCode>
                <c:ptCount val="12"/>
                <c:pt idx="0">
                  <c:v>0</c:v>
                </c:pt>
                <c:pt idx="1">
                  <c:v>15</c:v>
                </c:pt>
                <c:pt idx="2">
                  <c:v>30</c:v>
                </c:pt>
                <c:pt idx="3">
                  <c:v>45</c:v>
                </c:pt>
                <c:pt idx="4">
                  <c:v>60</c:v>
                </c:pt>
                <c:pt idx="5">
                  <c:v>75</c:v>
                </c:pt>
                <c:pt idx="6">
                  <c:v>90</c:v>
                </c:pt>
                <c:pt idx="7">
                  <c:v>105</c:v>
                </c:pt>
                <c:pt idx="8">
                  <c:v>120</c:v>
                </c:pt>
                <c:pt idx="9">
                  <c:v>135</c:v>
                </c:pt>
                <c:pt idx="10">
                  <c:v>150</c:v>
                </c:pt>
                <c:pt idx="11">
                  <c:v>165</c:v>
                </c:pt>
              </c:numCache>
            </c:numRef>
          </c:xVal>
          <c:yVal>
            <c:numRef>
              <c:f>'Chart Data'!$B$2:$B$13</c:f>
              <c:numCache>
                <c:formatCode>0</c:formatCode>
                <c:ptCount val="12"/>
                <c:pt idx="0">
                  <c:v>3</c:v>
                </c:pt>
                <c:pt idx="1">
                  <c:v>9</c:v>
                </c:pt>
                <c:pt idx="2">
                  <c:v>17</c:v>
                </c:pt>
                <c:pt idx="3">
                  <c:v>12</c:v>
                </c:pt>
                <c:pt idx="4">
                  <c:v>13</c:v>
                </c:pt>
                <c:pt idx="5">
                  <c:v>6</c:v>
                </c:pt>
                <c:pt idx="6">
                  <c:v>7</c:v>
                </c:pt>
                <c:pt idx="7">
                  <c:v>11</c:v>
                </c:pt>
                <c:pt idx="8">
                  <c:v>4</c:v>
                </c:pt>
                <c:pt idx="9">
                  <c:v>7</c:v>
                </c:pt>
                <c:pt idx="10">
                  <c:v>4</c:v>
                </c:pt>
                <c:pt idx="11">
                  <c:v>4</c:v>
                </c:pt>
              </c:numCache>
            </c:numRef>
          </c:yVal>
          <c:smooth val="0"/>
        </c:ser>
        <c:ser>
          <c:idx val="1"/>
          <c:order val="1"/>
          <c:tx>
            <c:strRef>
              <c:f>'Chart Data'!$D$1</c:f>
              <c:strCache>
                <c:ptCount val="1"/>
                <c:pt idx="0">
                  <c:v>Grid 601 target</c:v>
                </c:pt>
              </c:strCache>
            </c:strRef>
          </c:tx>
          <c:spPr>
            <a:ln w="15240" cap="rnd">
              <a:solidFill>
                <a:srgbClr val="EA700D"/>
              </a:solidFill>
              <a:prstDash val="solid"/>
              <a:round/>
            </a:ln>
          </c:spPr>
          <c:marker>
            <c:symbol val="none"/>
          </c:marker>
          <c:dLbls>
            <c:delete val="1"/>
          </c:dLbls>
          <c:xVal>
            <c:numRef>
              <c:f>'Chart Data'!$C$2:$C$13</c:f>
              <c:numCache>
                <c:formatCode>General</c:formatCode>
                <c:ptCount val="12"/>
                <c:pt idx="0">
                  <c:v>0</c:v>
                </c:pt>
                <c:pt idx="1">
                  <c:v>15</c:v>
                </c:pt>
                <c:pt idx="2">
                  <c:v>30</c:v>
                </c:pt>
                <c:pt idx="3">
                  <c:v>45</c:v>
                </c:pt>
                <c:pt idx="4">
                  <c:v>60</c:v>
                </c:pt>
                <c:pt idx="5">
                  <c:v>75</c:v>
                </c:pt>
                <c:pt idx="6">
                  <c:v>90</c:v>
                </c:pt>
                <c:pt idx="7">
                  <c:v>105</c:v>
                </c:pt>
                <c:pt idx="8">
                  <c:v>120</c:v>
                </c:pt>
                <c:pt idx="9">
                  <c:v>135</c:v>
                </c:pt>
                <c:pt idx="10">
                  <c:v>150</c:v>
                </c:pt>
                <c:pt idx="11">
                  <c:v>165</c:v>
                </c:pt>
              </c:numCache>
            </c:numRef>
          </c:xVal>
          <c:yVal>
            <c:numRef>
              <c:f>'Chart Data'!$D$2:$D$13</c:f>
              <c:numCache>
                <c:formatCode>0</c:formatCode>
                <c:ptCount val="12"/>
                <c:pt idx="0">
                  <c:v>6</c:v>
                </c:pt>
                <c:pt idx="1">
                  <c:v>11</c:v>
                </c:pt>
                <c:pt idx="2">
                  <c:v>16</c:v>
                </c:pt>
                <c:pt idx="3">
                  <c:v>12</c:v>
                </c:pt>
                <c:pt idx="4">
                  <c:v>11</c:v>
                </c:pt>
                <c:pt idx="5">
                  <c:v>6</c:v>
                </c:pt>
                <c:pt idx="6">
                  <c:v>5</c:v>
                </c:pt>
                <c:pt idx="7">
                  <c:v>7</c:v>
                </c:pt>
                <c:pt idx="8">
                  <c:v>4</c:v>
                </c:pt>
                <c:pt idx="9">
                  <c:v>7</c:v>
                </c:pt>
                <c:pt idx="10">
                  <c:v>5</c:v>
                </c:pt>
                <c:pt idx="11">
                  <c:v>4</c:v>
                </c:pt>
              </c:numCache>
            </c:numRef>
          </c:yVal>
          <c:smooth val="0"/>
        </c:ser>
        <c:dLbls>
          <c:showLegendKey val="0"/>
          <c:showVal val="0"/>
          <c:showCatName val="0"/>
          <c:showSerName val="0"/>
          <c:showPercent val="0"/>
          <c:showBubbleSize val="0"/>
        </c:dLbls>
        <c:axId val="48650112"/>
        <c:axId val="48672768"/>
      </c:scatterChart>
      <c:valAx>
        <c:axId val="48650112"/>
        <c:scaling>
          <c:orientation val="minMax"/>
          <c:max val="180"/>
          <c:min val="0"/>
        </c:scaling>
        <c:delete val="0"/>
        <c:axPos val="b"/>
        <c:numFmt formatCode="General"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crossBetween val="midCat"/>
      </c:valAx>
      <c:valAx>
        <c:axId val="48672768"/>
        <c:scaling>
          <c:orientation val="minMax"/>
          <c:max val="20"/>
          <c:min val="0"/>
        </c:scaling>
        <c:delete val="0"/>
        <c:axPos val="l"/>
        <c:numFmt formatCode="0"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midCat"/>
      </c:valAx>
      <c:spPr>
        <a:noFill/>
        <a:ln>
          <a:noFill/>
        </a:ln>
      </c:spPr>
    </c:plotArea>
    <c:plotVisOnly val="1"/>
    <c:dispBlanksAs val="gap"/>
    <c:showDLblsOverMax val="0"/>
    <c:extLst>
      <c:ext uri="{0b15fc19-7d7d-44ad-8c2d-2c3a37ce22c3}">
        <chartProps xmlns="https://web.wps.cn/et/2018/main" chartId="{4974e7c9-ab9d-46b8-972d-f83391c5403b}"/>
      </c:ext>
    </c:extLst>
  </c:chart>
  <c:spPr>
    <a:noFill/>
    <a:ln>
      <a:noFill/>
    </a:ln>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w val="1"/>
          <c:h val="1"/>
        </c:manualLayout>
      </c:layout>
      <c:scatterChart>
        <c:scatterStyle val="line"/>
        <c:varyColors val="0"/>
        <c:ser>
          <c:idx val="0"/>
          <c:order val="0"/>
          <c:tx>
            <c:strRef>
              <c:f>'Chart Data'!$B$1</c:f>
              <c:strCache>
                <c:ptCount val="1"/>
                <c:pt idx="0">
                  <c:v>Grid 600, Nov 24 (+30 min)</c:v>
                </c:pt>
              </c:strCache>
            </c:strRef>
          </c:tx>
          <c:spPr>
            <a:ln w="13970" cap="rnd">
              <a:solidFill>
                <a:srgbClr val="0070C0"/>
              </a:solidFill>
              <a:prstDash val="dash"/>
              <a:round/>
            </a:ln>
          </c:spPr>
          <c:marker>
            <c:symbol val="none"/>
          </c:marker>
          <c:dLbls>
            <c:delete val="1"/>
          </c:dLbls>
          <c:xVal>
            <c:numRef>
              <c:f>'Chart Data'!$A$2:$A$13</c:f>
              <c:numCache>
                <c:formatCode>General</c:formatCode>
                <c:ptCount val="12"/>
                <c:pt idx="0">
                  <c:v>-112.5</c:v>
                </c:pt>
                <c:pt idx="1">
                  <c:v>-97.5</c:v>
                </c:pt>
                <c:pt idx="2">
                  <c:v>-82.5</c:v>
                </c:pt>
                <c:pt idx="3">
                  <c:v>-67.5</c:v>
                </c:pt>
                <c:pt idx="4">
                  <c:v>-52.5</c:v>
                </c:pt>
                <c:pt idx="5">
                  <c:v>-37.5</c:v>
                </c:pt>
                <c:pt idx="6">
                  <c:v>-22.5</c:v>
                </c:pt>
                <c:pt idx="7">
                  <c:v>-7.5</c:v>
                </c:pt>
                <c:pt idx="8">
                  <c:v>7.5</c:v>
                </c:pt>
                <c:pt idx="9">
                  <c:v>22.5</c:v>
                </c:pt>
                <c:pt idx="10">
                  <c:v>37.5</c:v>
                </c:pt>
                <c:pt idx="11">
                  <c:v>52.5</c:v>
                </c:pt>
              </c:numCache>
            </c:numRef>
          </c:xVal>
          <c:yVal>
            <c:numRef>
              <c:f>'Chart Data'!$B$2:$B$13</c:f>
              <c:numCache>
                <c:formatCode>0</c:formatCode>
                <c:ptCount val="12"/>
                <c:pt idx="0">
                  <c:v>3</c:v>
                </c:pt>
                <c:pt idx="1">
                  <c:v>9</c:v>
                </c:pt>
                <c:pt idx="2">
                  <c:v>17</c:v>
                </c:pt>
                <c:pt idx="3">
                  <c:v>12</c:v>
                </c:pt>
                <c:pt idx="4">
                  <c:v>13</c:v>
                </c:pt>
                <c:pt idx="5">
                  <c:v>6</c:v>
                </c:pt>
                <c:pt idx="6">
                  <c:v>7</c:v>
                </c:pt>
                <c:pt idx="7">
                  <c:v>11</c:v>
                </c:pt>
                <c:pt idx="8">
                  <c:v>4</c:v>
                </c:pt>
                <c:pt idx="9">
                  <c:v>7</c:v>
                </c:pt>
                <c:pt idx="10">
                  <c:v>4</c:v>
                </c:pt>
                <c:pt idx="11">
                  <c:v>4</c:v>
                </c:pt>
              </c:numCache>
            </c:numRef>
          </c:yVal>
          <c:smooth val="0"/>
        </c:ser>
        <c:ser>
          <c:idx val="1"/>
          <c:order val="1"/>
          <c:tx>
            <c:strRef>
              <c:f>'Chart Data'!$D$1</c:f>
              <c:strCache>
                <c:ptCount val="1"/>
                <c:pt idx="0">
                  <c:v>Grid 601 target</c:v>
                </c:pt>
              </c:strCache>
            </c:strRef>
          </c:tx>
          <c:spPr>
            <a:ln w="15240" cap="rnd">
              <a:solidFill>
                <a:srgbClr val="EA700D"/>
              </a:solidFill>
              <a:prstDash val="solid"/>
              <a:round/>
            </a:ln>
          </c:spPr>
          <c:marker>
            <c:symbol val="none"/>
          </c:marker>
          <c:dLbls>
            <c:delete val="1"/>
          </c:dLbls>
          <c:xVal>
            <c:numRef>
              <c:f>'Chart Data'!$C$2:$C$13</c:f>
              <c:numCache>
                <c:formatCode>General</c:formatCode>
                <c:ptCount val="12"/>
                <c:pt idx="0">
                  <c:v>-112.5</c:v>
                </c:pt>
                <c:pt idx="1">
                  <c:v>-97.5</c:v>
                </c:pt>
                <c:pt idx="2">
                  <c:v>-82.5</c:v>
                </c:pt>
                <c:pt idx="3">
                  <c:v>-67.5</c:v>
                </c:pt>
                <c:pt idx="4">
                  <c:v>-52.5</c:v>
                </c:pt>
                <c:pt idx="5">
                  <c:v>-37.5</c:v>
                </c:pt>
                <c:pt idx="6">
                  <c:v>-22.5</c:v>
                </c:pt>
                <c:pt idx="7">
                  <c:v>-7.5</c:v>
                </c:pt>
                <c:pt idx="8">
                  <c:v>7.5</c:v>
                </c:pt>
                <c:pt idx="9">
                  <c:v>22.5</c:v>
                </c:pt>
                <c:pt idx="10">
                  <c:v>37.5</c:v>
                </c:pt>
                <c:pt idx="11">
                  <c:v>52.5</c:v>
                </c:pt>
              </c:numCache>
            </c:numRef>
          </c:xVal>
          <c:yVal>
            <c:numRef>
              <c:f>'Chart Data'!$D$2:$D$13</c:f>
              <c:numCache>
                <c:formatCode>0</c:formatCode>
                <c:ptCount val="12"/>
                <c:pt idx="0">
                  <c:v>6</c:v>
                </c:pt>
                <c:pt idx="1">
                  <c:v>11</c:v>
                </c:pt>
                <c:pt idx="2">
                  <c:v>16</c:v>
                </c:pt>
                <c:pt idx="3">
                  <c:v>12</c:v>
                </c:pt>
                <c:pt idx="4">
                  <c:v>11</c:v>
                </c:pt>
                <c:pt idx="5">
                  <c:v>6</c:v>
                </c:pt>
                <c:pt idx="6">
                  <c:v>5</c:v>
                </c:pt>
                <c:pt idx="7">
                  <c:v>7</c:v>
                </c:pt>
                <c:pt idx="8">
                  <c:v>4</c:v>
                </c:pt>
                <c:pt idx="9">
                  <c:v>7</c:v>
                </c:pt>
                <c:pt idx="10">
                  <c:v>5</c:v>
                </c:pt>
                <c:pt idx="11">
                  <c:v>4</c:v>
                </c:pt>
              </c:numCache>
            </c:numRef>
          </c:yVal>
          <c:smooth val="0"/>
        </c:ser>
        <c:dLbls>
          <c:showLegendKey val="0"/>
          <c:showVal val="0"/>
          <c:showCatName val="0"/>
          <c:showSerName val="0"/>
          <c:showPercent val="0"/>
          <c:showBubbleSize val="0"/>
        </c:dLbls>
        <c:axId val="48650112"/>
        <c:axId val="48672768"/>
      </c:scatterChart>
      <c:valAx>
        <c:axId val="48650112"/>
        <c:scaling>
          <c:orientation val="minMax"/>
          <c:max val="60"/>
          <c:min val="-120"/>
        </c:scaling>
        <c:delete val="0"/>
        <c:axPos val="b"/>
        <c:numFmt formatCode="General"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crossBetween val="midCat"/>
      </c:valAx>
      <c:valAx>
        <c:axId val="48672768"/>
        <c:scaling>
          <c:orientation val="minMax"/>
          <c:max val="20"/>
          <c:min val="0"/>
        </c:scaling>
        <c:delete val="0"/>
        <c:axPos val="l"/>
        <c:numFmt formatCode="0"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midCat"/>
      </c:valAx>
      <c:spPr>
        <a:noFill/>
        <a:ln>
          <a:noFill/>
        </a:ln>
      </c:spPr>
    </c:plotArea>
    <c:plotVisOnly val="1"/>
    <c:dispBlanksAs val="gap"/>
    <c:showDLblsOverMax val="0"/>
    <c:extLst>
      <c:ext uri="{0b15fc19-7d7d-44ad-8c2d-2c3a37ce22c3}">
        <chartProps xmlns="https://web.wps.cn/et/2018/main" chartId="{85939d8e-5252-4198-893d-dc051943571e}"/>
      </c:ext>
    </c:extLst>
  </c:chart>
  <c:spPr>
    <a:noFill/>
    <a:ln>
      <a:noFill/>
    </a:ln>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w val="1"/>
          <c:h val="1"/>
        </c:manualLayout>
      </c:layout>
      <c:scatterChart>
        <c:scatterStyle val="line"/>
        <c:varyColors val="0"/>
        <c:ser>
          <c:idx val="0"/>
          <c:order val="0"/>
          <c:tx>
            <c:strRef>
              <c:f>'Chart Data'!$B$1</c:f>
              <c:strCache>
                <c:ptCount val="1"/>
                <c:pt idx="0">
                  <c:v>Grid 600, Nov 28 (+30 min)</c:v>
                </c:pt>
              </c:strCache>
            </c:strRef>
          </c:tx>
          <c:spPr>
            <a:ln w="13970" cap="rnd">
              <a:solidFill>
                <a:srgbClr val="0070C0"/>
              </a:solidFill>
              <a:prstDash val="dash"/>
              <a:round/>
            </a:ln>
          </c:spPr>
          <c:marker>
            <c:symbol val="none"/>
          </c:marker>
          <c:dLbls>
            <c:delete val="1"/>
          </c:dLbls>
          <c:xVal>
            <c:numRef>
              <c:f>'Chart Data'!$A$2:$A$13</c:f>
              <c:numCache>
                <c:formatCode>General</c:formatCode>
                <c:ptCount val="12"/>
                <c:pt idx="0">
                  <c:v>-112.5</c:v>
                </c:pt>
                <c:pt idx="1">
                  <c:v>-97.5</c:v>
                </c:pt>
                <c:pt idx="2">
                  <c:v>-82.5</c:v>
                </c:pt>
                <c:pt idx="3">
                  <c:v>-67.5</c:v>
                </c:pt>
                <c:pt idx="4">
                  <c:v>-52.5</c:v>
                </c:pt>
                <c:pt idx="5">
                  <c:v>-37.5</c:v>
                </c:pt>
                <c:pt idx="6">
                  <c:v>-22.5</c:v>
                </c:pt>
                <c:pt idx="7">
                  <c:v>-7.5</c:v>
                </c:pt>
                <c:pt idx="8">
                  <c:v>7.5</c:v>
                </c:pt>
                <c:pt idx="9">
                  <c:v>22.5</c:v>
                </c:pt>
                <c:pt idx="10">
                  <c:v>37.5</c:v>
                </c:pt>
                <c:pt idx="11">
                  <c:v>52.5</c:v>
                </c:pt>
              </c:numCache>
            </c:numRef>
          </c:xVal>
          <c:yVal>
            <c:numRef>
              <c:f>'Chart Data'!$B$2:$B$13</c:f>
              <c:numCache>
                <c:formatCode>0</c:formatCode>
                <c:ptCount val="12"/>
                <c:pt idx="0">
                  <c:v>0</c:v>
                </c:pt>
                <c:pt idx="1">
                  <c:v>1</c:v>
                </c:pt>
                <c:pt idx="2">
                  <c:v>3</c:v>
                </c:pt>
                <c:pt idx="3">
                  <c:v>3</c:v>
                </c:pt>
                <c:pt idx="4">
                  <c:v>1</c:v>
                </c:pt>
                <c:pt idx="5">
                  <c:v>7</c:v>
                </c:pt>
                <c:pt idx="6">
                  <c:v>10</c:v>
                </c:pt>
                <c:pt idx="7">
                  <c:v>9</c:v>
                </c:pt>
                <c:pt idx="8">
                  <c:v>5</c:v>
                </c:pt>
                <c:pt idx="9">
                  <c:v>8</c:v>
                </c:pt>
                <c:pt idx="10">
                  <c:v>8</c:v>
                </c:pt>
                <c:pt idx="11">
                  <c:v>1</c:v>
                </c:pt>
              </c:numCache>
            </c:numRef>
          </c:yVal>
          <c:smooth val="0"/>
        </c:ser>
        <c:ser>
          <c:idx val="1"/>
          <c:order val="1"/>
          <c:tx>
            <c:strRef>
              <c:f>'Chart Data'!$D$1</c:f>
              <c:strCache>
                <c:ptCount val="1"/>
                <c:pt idx="0">
                  <c:v>Grid 601 target</c:v>
                </c:pt>
              </c:strCache>
            </c:strRef>
          </c:tx>
          <c:spPr>
            <a:ln w="15240" cap="rnd">
              <a:solidFill>
                <a:srgbClr val="EA700D"/>
              </a:solidFill>
              <a:prstDash val="solid"/>
              <a:round/>
            </a:ln>
          </c:spPr>
          <c:marker>
            <c:symbol val="none"/>
          </c:marker>
          <c:dLbls>
            <c:delete val="1"/>
          </c:dLbls>
          <c:xVal>
            <c:numRef>
              <c:f>'Chart Data'!$C$2:$C$13</c:f>
              <c:numCache>
                <c:formatCode>General</c:formatCode>
                <c:ptCount val="12"/>
                <c:pt idx="0">
                  <c:v>-112.5</c:v>
                </c:pt>
                <c:pt idx="1">
                  <c:v>-97.5</c:v>
                </c:pt>
                <c:pt idx="2">
                  <c:v>-82.5</c:v>
                </c:pt>
                <c:pt idx="3">
                  <c:v>-67.5</c:v>
                </c:pt>
                <c:pt idx="4">
                  <c:v>-52.5</c:v>
                </c:pt>
                <c:pt idx="5">
                  <c:v>-37.5</c:v>
                </c:pt>
                <c:pt idx="6">
                  <c:v>-22.5</c:v>
                </c:pt>
                <c:pt idx="7">
                  <c:v>-7.5</c:v>
                </c:pt>
                <c:pt idx="8">
                  <c:v>7.5</c:v>
                </c:pt>
                <c:pt idx="9">
                  <c:v>22.5</c:v>
                </c:pt>
                <c:pt idx="10">
                  <c:v>37.5</c:v>
                </c:pt>
                <c:pt idx="11">
                  <c:v>52.5</c:v>
                </c:pt>
              </c:numCache>
            </c:numRef>
          </c:xVal>
          <c:yVal>
            <c:numRef>
              <c:f>'Chart Data'!$D$2:$D$13</c:f>
              <c:numCache>
                <c:formatCode>0</c:formatCode>
                <c:ptCount val="12"/>
                <c:pt idx="0">
                  <c:v>0</c:v>
                </c:pt>
                <c:pt idx="1">
                  <c:v>1</c:v>
                </c:pt>
                <c:pt idx="2">
                  <c:v>2</c:v>
                </c:pt>
                <c:pt idx="3">
                  <c:v>5</c:v>
                </c:pt>
                <c:pt idx="4">
                  <c:v>4</c:v>
                </c:pt>
                <c:pt idx="5">
                  <c:v>6</c:v>
                </c:pt>
                <c:pt idx="6">
                  <c:v>9</c:v>
                </c:pt>
                <c:pt idx="7">
                  <c:v>7</c:v>
                </c:pt>
                <c:pt idx="8">
                  <c:v>6</c:v>
                </c:pt>
                <c:pt idx="9">
                  <c:v>5</c:v>
                </c:pt>
                <c:pt idx="10">
                  <c:v>6</c:v>
                </c:pt>
                <c:pt idx="11">
                  <c:v>11</c:v>
                </c:pt>
              </c:numCache>
            </c:numRef>
          </c:yVal>
          <c:smooth val="0"/>
        </c:ser>
        <c:dLbls>
          <c:showLegendKey val="0"/>
          <c:showVal val="0"/>
          <c:showCatName val="0"/>
          <c:showSerName val="0"/>
          <c:showPercent val="0"/>
          <c:showBubbleSize val="0"/>
        </c:dLbls>
        <c:axId val="48650112"/>
        <c:axId val="48672768"/>
      </c:scatterChart>
      <c:valAx>
        <c:axId val="48650112"/>
        <c:scaling>
          <c:orientation val="minMax"/>
          <c:max val="60"/>
          <c:min val="-120"/>
        </c:scaling>
        <c:delete val="0"/>
        <c:axPos val="b"/>
        <c:numFmt formatCode="General"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72768"/>
        <c:crosses val="autoZero"/>
        <c:crossBetween val="midCat"/>
      </c:valAx>
      <c:valAx>
        <c:axId val="48672768"/>
        <c:scaling>
          <c:orientation val="minMax"/>
          <c:max val="20"/>
          <c:min val="0"/>
        </c:scaling>
        <c:delete val="0"/>
        <c:axPos val="l"/>
        <c:numFmt formatCode="0" sourceLinked="1"/>
        <c:majorTickMark val="none"/>
        <c:minorTickMark val="none"/>
        <c:tickLblPos val="none"/>
        <c:spPr>
          <a:ln w="12700">
            <a:no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p>
        </c:txPr>
        <c:crossAx val="48650112"/>
        <c:crosses val="autoZero"/>
        <c:crossBetween val="midCat"/>
      </c:valAx>
      <c:spPr>
        <a:noFill/>
        <a:ln>
          <a:noFill/>
        </a:ln>
      </c:spPr>
    </c:plotArea>
    <c:plotVisOnly val="1"/>
    <c:dispBlanksAs val="gap"/>
    <c:showDLblsOverMax val="0"/>
    <c:extLst>
      <c:ext uri="{0b15fc19-7d7d-44ad-8c2d-2c3a37ce22c3}">
        <chartProps xmlns="https://web.wps.cn/et/2018/main" chartId="{6ba3562d-b29e-4af8-95e3-63a4560bfbb9}"/>
      </c:ext>
    </c:extLst>
  </c:chart>
  <c:spPr>
    <a:noFill/>
    <a:ln>
      <a:noFill/>
    </a:ln>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Illustrative traffic patterns in Chengdu (November 2016, UTC+8). (a) Observed departures from target grid 601 deviate from the training-weekday reference; the highlighted 08:30–10:00 interval on November 24 contains 33.3% more departures than the reference. The map depicts schematic relationships between the target and candidate regions. (b) The target pattern resembles a same-region pattern on November 18 and an earlier pattern in adjacent grid 600, whose observations are shifted forward by 30 min for comparison. (c) Two examples exhibit similar target–neighbor histories before t₀ but different observed continuations. Pearson r is calculated over the eight 15-min bins before t₀. Near and Far denote [0, 30) and [30, 60) min after t₀. Δ is the mean absolute gap between the two observed curves within each interval, in departures per 15 min. Counts are aggregated to 30 min in (a) and 15 min in (b,c). The reference is the time-of-day median over 14 training weekdays. These are retrospectively selected observations; the continuations are not forecasts, and Far source observations occur after t₀.</a:t>
            </a:r>
          </a:p>
          <a:p/>
          <a:p>
            <a:r>
              <a:t>Δ 的定义：对应区间内，目标区域实测流量与按 30 min 对齐的邻区实测流量之间的平均绝对差；单位为 departures / 15 min。Near 和 Far 分别为 t₀ 后 [0, 30) min 与 [30, 60) min，每个区间包含两个 15 min 计数。</a:t>
            </a:r>
          </a:p>
          <a:p/>
          <a:p>
            <a:r>
              <a:t>图 C 的 r 仅由 t₀ 前 8 个 15 min 计数计算；t₀ 之后展示的是实测后续曲线。</a:t>
            </a:r>
          </a:p>
          <a:p/>
          <a:p/>
          <a:p>
            <a:r>
              <a:t>All five time-series charts contain the original observed values and editable workbook data. The manual axis labels and annotation shapes reproduce the approved figure layout.</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648000" y="2108000"/>
            <a:ext cx="5184000" cy="806000"/>
          </a:xfrm>
          <a:prstGeom prst="rect">
            <a:avLst/>
          </a:prstGeom>
          <a:noFill/>
          <a:ln>
            <a:noFill/>
            <a:prstDash val="solid"/>
          </a:ln>
        </p:spPr>
        <p:txBody>
          <a:bodyPr wrap="square" lIns="0" tIns="0" rIns="0" bIns="0" anchor="ctr">
            <a:normAutofit/>
          </a:bodyPr>
          <a:lstStyle>
            <a:defPPr algn="ctr">
              <a:defRPr sz="2550" b="1">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Subtitle"/>
          <p:cNvSpPr>
            <a:spLocks noGrp="1"/>
          </p:cNvSpPr>
          <p:nvPr>
            <p:ph type="subTitle" idx="1"/>
          </p:nvPr>
        </p:nvSpPr>
        <p:spPr>
          <a:xfrm>
            <a:off x="972000" y="3069000"/>
            <a:ext cx="4536000" cy="620000"/>
          </a:xfrm>
          <a:prstGeom prst="rect">
            <a:avLst/>
          </a:prstGeom>
          <a:noFill/>
          <a:ln>
            <a:noFill/>
            <a:prstDash val="solid"/>
          </a:ln>
        </p:spPr>
        <p:txBody>
          <a:bodyPr wrap="square" lIns="0" tIns="0" rIns="0" bIns="0" anchor="ctr">
            <a:normAutofit/>
          </a:bodyPr>
          <a:lstStyle>
            <a:defPPr algn="ctr">
              <a:defRPr sz="1115" b="0">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648000" y="2325000"/>
            <a:ext cx="5184000" cy="930000"/>
          </a:xfrm>
          <a:prstGeom prst="rect">
            <a:avLst/>
          </a:prstGeom>
          <a:noFill/>
          <a:ln>
            <a:noFill/>
            <a:prstDash val="solid"/>
          </a:ln>
        </p:spPr>
        <p:txBody>
          <a:bodyPr wrap="square" lIns="0" tIns="0" rIns="0" bIns="0" anchor="ctr">
            <a:normAutofit/>
          </a:bodyPr>
          <a:lstStyle>
            <a:defPPr algn="ctr">
              <a:defRPr sz="2230" b="1">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364500" y="434000"/>
            <a:ext cx="5751000" cy="682000"/>
          </a:xfrm>
          <a:prstGeom prst="rect">
            <a:avLst/>
          </a:prstGeom>
          <a:noFill/>
          <a:ln>
            <a:noFill/>
            <a:prstDash val="solid"/>
          </a:ln>
        </p:spPr>
        <p:txBody>
          <a:bodyPr wrap="square" lIns="0" tIns="0" rIns="0" bIns="0" anchor="t">
            <a:normAutofit/>
          </a:bodyPr>
          <a:lstStyle>
            <a:defPPr algn="l">
              <a:defRPr sz="1755" b="1">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Body"/>
          <p:cNvSpPr>
            <a:spLocks noGrp="1"/>
          </p:cNvSpPr>
          <p:nvPr>
            <p:ph type="body" idx="1"/>
          </p:nvPr>
        </p:nvSpPr>
        <p:spPr>
          <a:xfrm>
            <a:off x="364500" y="1550000"/>
            <a:ext cx="5751000" cy="3472000"/>
          </a:xfrm>
          <a:prstGeom prst="rect">
            <a:avLst/>
          </a:prstGeom>
          <a:noFill/>
          <a:ln>
            <a:noFill/>
            <a:prstDash val="solid"/>
          </a:ln>
        </p:spPr>
        <p:txBody>
          <a:bodyPr wrap="square" lIns="0" tIns="0" rIns="0" bIns="0" anchor="t">
            <a:normAutofit/>
          </a:bodyPr>
          <a:lstStyle>
            <a:defPPr algn="l">
              <a:defRPr sz="1195" b="0">
                <a:solidFill>
                  <a:schemeClr val="tx1"/>
                </a:solidFill>
                <a:latin typeface="Times New Roman" panose="02020603050405020304"/>
                <a:ea typeface="Times New Roman" panose="02020603050405020304"/>
                <a:cs typeface="Times New Roman" panose="02020603050405020304"/>
              </a:defRPr>
            </a:defPPr>
            <a:lvl1pPr marL="121285" indent="-121285">
              <a:lnSpc>
                <a:spcPct val="110000"/>
              </a:lnSpc>
              <a:spcBef>
                <a:spcPts val="0"/>
              </a:spcBef>
              <a:spcAft>
                <a:spcPts val="640"/>
              </a:spcAft>
              <a:buChar char="•"/>
            </a:lvl1pPr>
            <a:lvl2pPr marL="283210" indent="-121285">
              <a:lnSpc>
                <a:spcPct val="110000"/>
              </a:lnSpc>
              <a:spcBef>
                <a:spcPts val="0"/>
              </a:spcBef>
              <a:spcAft>
                <a:spcPts val="640"/>
              </a:spcAft>
              <a:buChar char="•"/>
            </a:lvl2pPr>
            <a:lvl3pPr marL="445770" indent="-121285">
              <a:lnSpc>
                <a:spcPct val="110000"/>
              </a:lnSpc>
              <a:spcBef>
                <a:spcPts val="0"/>
              </a:spcBef>
              <a:spcAft>
                <a:spcPts val="640"/>
              </a:spcAft>
              <a:buChar char="•"/>
            </a:lvl3pPr>
            <a:lvl4pPr marL="607695" indent="-121285">
              <a:lnSpc>
                <a:spcPct val="110000"/>
              </a:lnSpc>
              <a:spcBef>
                <a:spcPts val="0"/>
              </a:spcBef>
              <a:spcAft>
                <a:spcPts val="640"/>
              </a:spcAft>
              <a:buChar char="•"/>
            </a:lvl4pPr>
            <a:lvl5pPr marL="769620" indent="-121285">
              <a:lnSpc>
                <a:spcPct val="110000"/>
              </a:lnSpc>
              <a:spcBef>
                <a:spcPts val="0"/>
              </a:spcBef>
              <a:spcAft>
                <a:spcPts val="640"/>
              </a:spcAft>
              <a:buChar char="•"/>
            </a:lvl5pPr>
            <a:lvl6pPr marL="931545" indent="-121285">
              <a:lnSpc>
                <a:spcPct val="110000"/>
              </a:lnSpc>
              <a:spcBef>
                <a:spcPts val="0"/>
              </a:spcBef>
              <a:spcAft>
                <a:spcPts val="640"/>
              </a:spcAft>
              <a:buChar char="•"/>
            </a:lvl6pPr>
            <a:lvl7pPr marL="1093470" indent="-121285">
              <a:lnSpc>
                <a:spcPct val="110000"/>
              </a:lnSpc>
              <a:spcBef>
                <a:spcPts val="0"/>
              </a:spcBef>
              <a:spcAft>
                <a:spcPts val="640"/>
              </a:spcAft>
              <a:buChar char="•"/>
            </a:lvl7pPr>
            <a:lvl8pPr marL="1255395" indent="-121285">
              <a:lnSpc>
                <a:spcPct val="110000"/>
              </a:lnSpc>
              <a:spcBef>
                <a:spcPts val="0"/>
              </a:spcBef>
              <a:spcAft>
                <a:spcPts val="640"/>
              </a:spcAft>
              <a:buChar char="•"/>
            </a:lvl8pPr>
            <a:lvl9pPr marL="1417320" indent="-121285">
              <a:lnSpc>
                <a:spcPct val="110000"/>
              </a:lnSpc>
              <a:spcBef>
                <a:spcPts val="0"/>
              </a:spcBef>
              <a:spcAft>
                <a:spcPts val="640"/>
              </a:spcAft>
              <a:buChar cha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364500" y="434000"/>
            <a:ext cx="5751000" cy="682000"/>
          </a:xfrm>
          <a:prstGeom prst="rect">
            <a:avLst/>
          </a:prstGeom>
          <a:noFill/>
          <a:ln>
            <a:noFill/>
            <a:prstDash val="solid"/>
          </a:ln>
        </p:spPr>
        <p:txBody>
          <a:bodyPr wrap="square" lIns="0" tIns="0" rIns="0" bIns="0" anchor="t">
            <a:normAutofit/>
          </a:bodyPr>
          <a:lstStyle>
            <a:defPPr algn="l">
              <a:defRPr sz="1755" b="1">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364500" y="1550000"/>
            <a:ext cx="2673000" cy="3472000"/>
          </a:xfrm>
          <a:prstGeom prst="rect">
            <a:avLst/>
          </a:prstGeom>
          <a:noFill/>
          <a:ln>
            <a:noFill/>
            <a:prstDash val="solid"/>
          </a:ln>
        </p:spPr>
        <p:txBody>
          <a:bodyPr wrap="square" lIns="0" tIns="0" rIns="0" bIns="0" anchor="t">
            <a:normAutofit/>
          </a:bodyPr>
          <a:lstStyle>
            <a:defPPr algn="l">
              <a:defRPr sz="1115" b="0">
                <a:solidFill>
                  <a:schemeClr val="tx1"/>
                </a:solidFill>
                <a:latin typeface="Times New Roman" panose="02020603050405020304"/>
                <a:ea typeface="Times New Roman" panose="02020603050405020304"/>
                <a:cs typeface="Times New Roman" panose="02020603050405020304"/>
              </a:defRPr>
            </a:defPPr>
            <a:lvl1pPr marL="121285" indent="-121285">
              <a:lnSpc>
                <a:spcPct val="110000"/>
              </a:lnSpc>
              <a:spcBef>
                <a:spcPts val="0"/>
              </a:spcBef>
              <a:spcAft>
                <a:spcPts val="640"/>
              </a:spcAft>
              <a:buChar char="•"/>
            </a:lvl1pPr>
            <a:lvl2pPr marL="283210" indent="-121285">
              <a:lnSpc>
                <a:spcPct val="110000"/>
              </a:lnSpc>
              <a:spcBef>
                <a:spcPts val="0"/>
              </a:spcBef>
              <a:spcAft>
                <a:spcPts val="640"/>
              </a:spcAft>
              <a:buChar char="•"/>
            </a:lvl2pPr>
            <a:lvl3pPr marL="445770" indent="-121285">
              <a:lnSpc>
                <a:spcPct val="110000"/>
              </a:lnSpc>
              <a:spcBef>
                <a:spcPts val="0"/>
              </a:spcBef>
              <a:spcAft>
                <a:spcPts val="640"/>
              </a:spcAft>
              <a:buChar char="•"/>
            </a:lvl3pPr>
            <a:lvl4pPr marL="607695" indent="-121285">
              <a:lnSpc>
                <a:spcPct val="110000"/>
              </a:lnSpc>
              <a:spcBef>
                <a:spcPts val="0"/>
              </a:spcBef>
              <a:spcAft>
                <a:spcPts val="640"/>
              </a:spcAft>
              <a:buChar char="•"/>
            </a:lvl4pPr>
            <a:lvl5pPr marL="769620" indent="-121285">
              <a:lnSpc>
                <a:spcPct val="110000"/>
              </a:lnSpc>
              <a:spcBef>
                <a:spcPts val="0"/>
              </a:spcBef>
              <a:spcAft>
                <a:spcPts val="640"/>
              </a:spcAft>
              <a:buChar char="•"/>
            </a:lvl5pPr>
            <a:lvl6pPr marL="931545" indent="-121285">
              <a:lnSpc>
                <a:spcPct val="110000"/>
              </a:lnSpc>
              <a:spcBef>
                <a:spcPts val="0"/>
              </a:spcBef>
              <a:spcAft>
                <a:spcPts val="640"/>
              </a:spcAft>
              <a:buChar char="•"/>
            </a:lvl6pPr>
            <a:lvl7pPr marL="1093470" indent="-121285">
              <a:lnSpc>
                <a:spcPct val="110000"/>
              </a:lnSpc>
              <a:spcBef>
                <a:spcPts val="0"/>
              </a:spcBef>
              <a:spcAft>
                <a:spcPts val="640"/>
              </a:spcAft>
              <a:buChar char="•"/>
            </a:lvl7pPr>
            <a:lvl8pPr marL="1255395" indent="-121285">
              <a:lnSpc>
                <a:spcPct val="110000"/>
              </a:lnSpc>
              <a:spcBef>
                <a:spcPts val="0"/>
              </a:spcBef>
              <a:spcAft>
                <a:spcPts val="640"/>
              </a:spcAft>
              <a:buChar char="•"/>
            </a:lvl8pPr>
            <a:lvl9pPr marL="1417320" indent="-121285">
              <a:lnSpc>
                <a:spcPct val="110000"/>
              </a:lnSpc>
              <a:spcBef>
                <a:spcPts val="0"/>
              </a:spcBef>
              <a:spcAft>
                <a:spcPts val="640"/>
              </a:spcAft>
              <a:buChar char="•"/>
            </a:lvl9pPr>
          </a:lstStyle>
          <a:p/>
        </p:txBody>
      </p:sp>
      <p:sp>
        <p:nvSpPr>
          <p:cNvPr id="3" name="Right column"/>
          <p:cNvSpPr>
            <a:spLocks noGrp="1"/>
          </p:cNvSpPr>
          <p:nvPr>
            <p:ph type="body" idx="2"/>
          </p:nvPr>
        </p:nvSpPr>
        <p:spPr>
          <a:xfrm>
            <a:off x="3442500" y="1550000"/>
            <a:ext cx="2673000" cy="3472000"/>
          </a:xfrm>
          <a:prstGeom prst="rect">
            <a:avLst/>
          </a:prstGeom>
          <a:noFill/>
          <a:ln>
            <a:noFill/>
            <a:prstDash val="solid"/>
          </a:ln>
        </p:spPr>
        <p:txBody>
          <a:bodyPr wrap="square" lIns="0" tIns="0" rIns="0" bIns="0" anchor="t">
            <a:normAutofit/>
          </a:bodyPr>
          <a:lstStyle>
            <a:defPPr algn="l">
              <a:defRPr sz="1115" b="0">
                <a:solidFill>
                  <a:schemeClr val="tx1"/>
                </a:solidFill>
                <a:latin typeface="Times New Roman" panose="02020603050405020304"/>
                <a:ea typeface="Times New Roman" panose="02020603050405020304"/>
                <a:cs typeface="Times New Roman" panose="02020603050405020304"/>
              </a:defRPr>
            </a:defPPr>
            <a:lvl1pPr marL="121285" indent="-121285">
              <a:lnSpc>
                <a:spcPct val="110000"/>
              </a:lnSpc>
              <a:spcBef>
                <a:spcPts val="0"/>
              </a:spcBef>
              <a:spcAft>
                <a:spcPts val="640"/>
              </a:spcAft>
              <a:buChar char="•"/>
            </a:lvl1pPr>
            <a:lvl2pPr marL="283210" indent="-121285">
              <a:lnSpc>
                <a:spcPct val="110000"/>
              </a:lnSpc>
              <a:spcBef>
                <a:spcPts val="0"/>
              </a:spcBef>
              <a:spcAft>
                <a:spcPts val="640"/>
              </a:spcAft>
              <a:buChar char="•"/>
            </a:lvl2pPr>
            <a:lvl3pPr marL="445770" indent="-121285">
              <a:lnSpc>
                <a:spcPct val="110000"/>
              </a:lnSpc>
              <a:spcBef>
                <a:spcPts val="0"/>
              </a:spcBef>
              <a:spcAft>
                <a:spcPts val="640"/>
              </a:spcAft>
              <a:buChar char="•"/>
            </a:lvl3pPr>
            <a:lvl4pPr marL="607695" indent="-121285">
              <a:lnSpc>
                <a:spcPct val="110000"/>
              </a:lnSpc>
              <a:spcBef>
                <a:spcPts val="0"/>
              </a:spcBef>
              <a:spcAft>
                <a:spcPts val="640"/>
              </a:spcAft>
              <a:buChar char="•"/>
            </a:lvl4pPr>
            <a:lvl5pPr marL="769620" indent="-121285">
              <a:lnSpc>
                <a:spcPct val="110000"/>
              </a:lnSpc>
              <a:spcBef>
                <a:spcPts val="0"/>
              </a:spcBef>
              <a:spcAft>
                <a:spcPts val="640"/>
              </a:spcAft>
              <a:buChar char="•"/>
            </a:lvl5pPr>
            <a:lvl6pPr marL="931545" indent="-121285">
              <a:lnSpc>
                <a:spcPct val="110000"/>
              </a:lnSpc>
              <a:spcBef>
                <a:spcPts val="0"/>
              </a:spcBef>
              <a:spcAft>
                <a:spcPts val="640"/>
              </a:spcAft>
              <a:buChar char="•"/>
            </a:lvl6pPr>
            <a:lvl7pPr marL="1093470" indent="-121285">
              <a:lnSpc>
                <a:spcPct val="110000"/>
              </a:lnSpc>
              <a:spcBef>
                <a:spcPts val="0"/>
              </a:spcBef>
              <a:spcAft>
                <a:spcPts val="640"/>
              </a:spcAft>
              <a:buChar char="•"/>
            </a:lvl7pPr>
            <a:lvl8pPr marL="1255395" indent="-121285">
              <a:lnSpc>
                <a:spcPct val="110000"/>
              </a:lnSpc>
              <a:spcBef>
                <a:spcPts val="0"/>
              </a:spcBef>
              <a:spcAft>
                <a:spcPts val="640"/>
              </a:spcAft>
              <a:buChar char="•"/>
            </a:lvl8pPr>
            <a:lvl9pPr marL="1417320" indent="-121285">
              <a:lnSpc>
                <a:spcPct val="110000"/>
              </a:lnSpc>
              <a:spcBef>
                <a:spcPts val="0"/>
              </a:spcBef>
              <a:spcAft>
                <a:spcPts val="640"/>
              </a:spcAft>
              <a:buChar cha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364500" y="434000"/>
            <a:ext cx="5751000" cy="682000"/>
          </a:xfrm>
          <a:prstGeom prst="rect">
            <a:avLst/>
          </a:prstGeom>
          <a:noFill/>
          <a:ln>
            <a:noFill/>
            <a:prstDash val="solid"/>
          </a:ln>
        </p:spPr>
        <p:txBody>
          <a:bodyPr wrap="square" lIns="0" tIns="0" rIns="0" bIns="0" anchor="t">
            <a:normAutofit/>
          </a:bodyPr>
          <a:lstStyle>
            <a:defPPr algn="l">
              <a:defRPr sz="1755" b="1">
                <a:solidFill>
                  <a:schemeClr val="tx1"/>
                </a:solidFill>
                <a:latin typeface="Times New Roman" panose="02020603050405020304"/>
                <a:ea typeface="Times New Roman" panose="02020603050405020304"/>
                <a:cs typeface="Times New Roman" panose="02020603050405020304"/>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p:txBody>
      </p:sp>
      <p:sp>
        <p:nvSpPr>
          <p:cNvPr id="2" name="Left column"/>
          <p:cNvSpPr>
            <a:spLocks noGrp="1"/>
          </p:cNvSpPr>
          <p:nvPr>
            <p:ph type="body" idx="1"/>
          </p:nvPr>
        </p:nvSpPr>
        <p:spPr>
          <a:xfrm>
            <a:off x="364500" y="1550000"/>
            <a:ext cx="2673000" cy="3472000"/>
          </a:xfrm>
          <a:prstGeom prst="rect">
            <a:avLst/>
          </a:prstGeom>
          <a:noFill/>
          <a:ln>
            <a:noFill/>
            <a:prstDash val="solid"/>
          </a:ln>
        </p:spPr>
        <p:txBody>
          <a:bodyPr wrap="square" lIns="0" tIns="0" rIns="0" bIns="0" anchor="t">
            <a:normAutofit/>
          </a:bodyPr>
          <a:lstStyle>
            <a:defPPr algn="l">
              <a:defRPr sz="1195" b="0">
                <a:solidFill>
                  <a:schemeClr val="tx1"/>
                </a:solidFill>
                <a:latin typeface="Times New Roman" panose="02020603050405020304"/>
                <a:ea typeface="Times New Roman" panose="02020603050405020304"/>
                <a:cs typeface="Times New Roman" panose="02020603050405020304"/>
              </a:defRPr>
            </a:defPPr>
            <a:lvl1pPr marL="121285" indent="-121285">
              <a:lnSpc>
                <a:spcPct val="110000"/>
              </a:lnSpc>
              <a:spcBef>
                <a:spcPts val="0"/>
              </a:spcBef>
              <a:spcAft>
                <a:spcPts val="640"/>
              </a:spcAft>
              <a:buChar char="•"/>
            </a:lvl1pPr>
            <a:lvl2pPr marL="283210" indent="-121285">
              <a:lnSpc>
                <a:spcPct val="110000"/>
              </a:lnSpc>
              <a:spcBef>
                <a:spcPts val="0"/>
              </a:spcBef>
              <a:spcAft>
                <a:spcPts val="640"/>
              </a:spcAft>
              <a:buChar char="•"/>
            </a:lvl2pPr>
            <a:lvl3pPr marL="445770" indent="-121285">
              <a:lnSpc>
                <a:spcPct val="110000"/>
              </a:lnSpc>
              <a:spcBef>
                <a:spcPts val="0"/>
              </a:spcBef>
              <a:spcAft>
                <a:spcPts val="640"/>
              </a:spcAft>
              <a:buChar char="•"/>
            </a:lvl3pPr>
            <a:lvl4pPr marL="607695" indent="-121285">
              <a:lnSpc>
                <a:spcPct val="110000"/>
              </a:lnSpc>
              <a:spcBef>
                <a:spcPts val="0"/>
              </a:spcBef>
              <a:spcAft>
                <a:spcPts val="640"/>
              </a:spcAft>
              <a:buChar char="•"/>
            </a:lvl4pPr>
            <a:lvl5pPr marL="769620" indent="-121285">
              <a:lnSpc>
                <a:spcPct val="110000"/>
              </a:lnSpc>
              <a:spcBef>
                <a:spcPts val="0"/>
              </a:spcBef>
              <a:spcAft>
                <a:spcPts val="640"/>
              </a:spcAft>
              <a:buChar char="•"/>
            </a:lvl5pPr>
            <a:lvl6pPr marL="931545" indent="-121285">
              <a:lnSpc>
                <a:spcPct val="110000"/>
              </a:lnSpc>
              <a:spcBef>
                <a:spcPts val="0"/>
              </a:spcBef>
              <a:spcAft>
                <a:spcPts val="640"/>
              </a:spcAft>
              <a:buChar char="•"/>
            </a:lvl6pPr>
            <a:lvl7pPr marL="1093470" indent="-121285">
              <a:lnSpc>
                <a:spcPct val="110000"/>
              </a:lnSpc>
              <a:spcBef>
                <a:spcPts val="0"/>
              </a:spcBef>
              <a:spcAft>
                <a:spcPts val="640"/>
              </a:spcAft>
              <a:buChar char="•"/>
            </a:lvl7pPr>
            <a:lvl8pPr marL="1255395" indent="-121285">
              <a:lnSpc>
                <a:spcPct val="110000"/>
              </a:lnSpc>
              <a:spcBef>
                <a:spcPts val="0"/>
              </a:spcBef>
              <a:spcAft>
                <a:spcPts val="640"/>
              </a:spcAft>
              <a:buChar char="•"/>
            </a:lvl8pPr>
            <a:lvl9pPr marL="1417320" indent="-121285">
              <a:lnSpc>
                <a:spcPct val="110000"/>
              </a:lnSpc>
              <a:spcBef>
                <a:spcPts val="0"/>
              </a:spcBef>
              <a:spcAft>
                <a:spcPts val="640"/>
              </a:spcAft>
              <a:buChar cha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Times New Roman" panose="02020603050405020304"/>
          <a:ea typeface="Times New Roman" panose="02020603050405020304"/>
          <a:cs typeface="Times New Roman" panose="02020603050405020304"/>
        </a:defRPr>
      </a:lvl1pPr>
    </p:titleStyle>
    <p:bodyStyle>
      <a:lvl1pPr marL="228600" indent="-228600" algn="l">
        <a:lnSpc>
          <a:spcPct val="90000"/>
        </a:lnSpc>
        <a:spcBef>
          <a:spcPts val="1000"/>
        </a:spcBef>
        <a:buChar char="•"/>
        <a:defRPr sz="2800">
          <a:solidFill>
            <a:schemeClr val="tx1"/>
          </a:solidFill>
          <a:latin typeface="Times New Roman" panose="02020603050405020304"/>
          <a:ea typeface="Times New Roman" panose="02020603050405020304"/>
          <a:cs typeface="Times New Roman" panose="02020603050405020304"/>
        </a:defRPr>
      </a:lvl1pPr>
      <a:lvl2pPr marL="685800" indent="-228600" algn="l">
        <a:lnSpc>
          <a:spcPct val="90000"/>
        </a:lnSpc>
        <a:spcBef>
          <a:spcPts val="500"/>
        </a:spcBef>
        <a:buChar char="•"/>
        <a:defRPr sz="2400">
          <a:solidFill>
            <a:schemeClr val="tx1"/>
          </a:solidFill>
          <a:latin typeface="Times New Roman" panose="02020603050405020304"/>
          <a:ea typeface="Times New Roman" panose="02020603050405020304"/>
          <a:cs typeface="Times New Roman" panose="02020603050405020304"/>
        </a:defRPr>
      </a:lvl2pPr>
      <a:lvl3pPr marL="1143000" indent="-228600" algn="l">
        <a:lnSpc>
          <a:spcPct val="90000"/>
        </a:lnSpc>
        <a:spcBef>
          <a:spcPts val="500"/>
        </a:spcBef>
        <a:buChar char="•"/>
        <a:defRPr sz="2000">
          <a:solidFill>
            <a:schemeClr val="tx1"/>
          </a:solidFill>
          <a:latin typeface="Times New Roman" panose="02020603050405020304"/>
          <a:ea typeface="Times New Roman" panose="02020603050405020304"/>
          <a:cs typeface="Times New Roman" panose="02020603050405020304"/>
        </a:defRPr>
      </a:lvl3pPr>
      <a:lvl4pPr marL="16002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4pPr>
      <a:lvl5pPr marL="20574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5pPr>
      <a:lvl6pPr marL="25146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6pPr>
      <a:lvl7pPr marL="29718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7pPr>
      <a:lvl8pPr marL="34290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8pPr>
      <a:lvl9pPr marL="3886200" indent="-228600" algn="l">
        <a:lnSpc>
          <a:spcPct val="90000"/>
        </a:lnSpc>
        <a:spcBef>
          <a:spcPts val="500"/>
        </a:spcBef>
        <a:buChar char="•"/>
        <a:defRPr sz="1800">
          <a:solidFill>
            <a:schemeClr val="tx1"/>
          </a:solidFill>
          <a:latin typeface="Times New Roman" panose="02020603050405020304"/>
          <a:ea typeface="Times New Roman" panose="02020603050405020304"/>
          <a:cs typeface="Times New Roman" panose="02020603050405020304"/>
        </a:defRPr>
      </a:lvl9pPr>
    </p:bodyStyle>
    <p:otherStyle>
      <a:lvl1pPr marL="0" algn="l">
        <a:buNone/>
        <a:defRPr sz="1800">
          <a:solidFill>
            <a:schemeClr val="tx1"/>
          </a:solidFill>
          <a:latin typeface="Times New Roman" panose="02020603050405020304"/>
          <a:ea typeface="Times New Roman" panose="02020603050405020304"/>
          <a:cs typeface="Times New Roman" panose="02020603050405020304"/>
        </a:defRPr>
      </a:lvl1pPr>
      <a:lvl2pPr marL="457200" algn="l">
        <a:buNone/>
        <a:defRPr sz="1800">
          <a:solidFill>
            <a:schemeClr val="tx1"/>
          </a:solidFill>
          <a:latin typeface="Times New Roman" panose="02020603050405020304"/>
          <a:ea typeface="Times New Roman" panose="02020603050405020304"/>
          <a:cs typeface="Times New Roman" panose="02020603050405020304"/>
        </a:defRPr>
      </a:lvl2pPr>
      <a:lvl3pPr marL="914400" algn="l">
        <a:buNone/>
        <a:defRPr sz="1800">
          <a:solidFill>
            <a:schemeClr val="tx1"/>
          </a:solidFill>
          <a:latin typeface="Times New Roman" panose="02020603050405020304"/>
          <a:ea typeface="Times New Roman" panose="02020603050405020304"/>
          <a:cs typeface="Times New Roman" panose="02020603050405020304"/>
        </a:defRPr>
      </a:lvl3pPr>
      <a:lvl4pPr marL="1371600" algn="l">
        <a:buNone/>
        <a:defRPr sz="1800">
          <a:solidFill>
            <a:schemeClr val="tx1"/>
          </a:solidFill>
          <a:latin typeface="Times New Roman" panose="02020603050405020304"/>
          <a:ea typeface="Times New Roman" panose="02020603050405020304"/>
          <a:cs typeface="Times New Roman" panose="02020603050405020304"/>
        </a:defRPr>
      </a:lvl4pPr>
      <a:lvl5pPr marL="1828800" algn="l">
        <a:buNone/>
        <a:defRPr sz="1800">
          <a:solidFill>
            <a:schemeClr val="tx1"/>
          </a:solidFill>
          <a:latin typeface="Times New Roman" panose="02020603050405020304"/>
          <a:ea typeface="Times New Roman" panose="02020603050405020304"/>
          <a:cs typeface="Times New Roman" panose="02020603050405020304"/>
        </a:defRPr>
      </a:lvl5pPr>
      <a:lvl6pPr marL="2286000" algn="l">
        <a:buNone/>
        <a:defRPr sz="1800">
          <a:solidFill>
            <a:schemeClr val="tx1"/>
          </a:solidFill>
          <a:latin typeface="Times New Roman" panose="02020603050405020304"/>
          <a:ea typeface="Times New Roman" panose="02020603050405020304"/>
          <a:cs typeface="Times New Roman" panose="02020603050405020304"/>
        </a:defRPr>
      </a:lvl6pPr>
      <a:lvl7pPr marL="2743200" algn="l">
        <a:buNone/>
        <a:defRPr sz="1800">
          <a:solidFill>
            <a:schemeClr val="tx1"/>
          </a:solidFill>
          <a:latin typeface="Times New Roman" panose="02020603050405020304"/>
          <a:ea typeface="Times New Roman" panose="02020603050405020304"/>
          <a:cs typeface="Times New Roman" panose="02020603050405020304"/>
        </a:defRPr>
      </a:lvl7pPr>
      <a:lvl8pPr marL="3200400" algn="l">
        <a:buNone/>
        <a:defRPr sz="1800">
          <a:solidFill>
            <a:schemeClr val="tx1"/>
          </a:solidFill>
          <a:latin typeface="Times New Roman" panose="02020603050405020304"/>
          <a:ea typeface="Times New Roman" panose="02020603050405020304"/>
          <a:cs typeface="Times New Roman" panose="02020603050405020304"/>
        </a:defRPr>
      </a:lvl8pPr>
      <a:lvl9pPr marL="3657600" algn="l">
        <a:buNone/>
        <a:defRPr sz="1800">
          <a:solidFill>
            <a:schemeClr val="tx1"/>
          </a:solidFill>
          <a:latin typeface="Times New Roman" panose="02020603050405020304"/>
          <a:ea typeface="Times New Roman" panose="02020603050405020304"/>
          <a:cs typeface="Times New Roman" panose="020206030504050203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6.xml"/><Relationship Id="rId5" Type="http://schemas.openxmlformats.org/officeDocument/2006/relationships/chart" Target="../charts/chart5.xml"/><Relationship Id="rId4" Type="http://schemas.openxmlformats.org/officeDocument/2006/relationships/chart" Target="../charts/chart4.xml"/><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221" name="A_map_original_uniformly_scaled"/>
          <p:cNvGrpSpPr/>
          <p:nvPr/>
        </p:nvGrpSpPr>
        <p:grpSpPr>
          <a:xfrm>
            <a:off x="151180" y="215315"/>
            <a:ext cx="1080000" cy="1361823"/>
            <a:chOff x="121690" y="156802"/>
            <a:chExt cx="1503742" cy="1896139"/>
          </a:xfrm>
        </p:grpSpPr>
        <p:sp>
          <p:nvSpPr>
            <p:cNvPr id="222" name="A_map_map_title_001"/>
            <p:cNvSpPr txBox="1"/>
            <p:nvPr/>
          </p:nvSpPr>
          <p:spPr>
            <a:xfrm>
              <a:off x="121690" y="156802"/>
              <a:ext cx="1503742" cy="119354"/>
            </a:xfrm>
            <a:prstGeom prst="rect">
              <a:avLst/>
            </a:prstGeom>
            <a:noFill/>
            <a:effectLst/>
          </p:spPr>
          <p:txBody>
            <a:bodyPr wrap="none" lIns="0" tIns="0" rIns="0" bIns="0" anchor="ctr">
              <a:noAutofit/>
            </a:bodyPr>
            <a:lstStyle>
              <a:defPPr>
                <a:defRPr sz="800" b="0">
                  <a:latin typeface="Times New Roman" panose="02020603050405020304"/>
                  <a:ea typeface="Times New Roman" panose="02020603050405020304"/>
                  <a:cs typeface="Times New Roman" panose="02020603050405020304"/>
                </a:defRPr>
              </a:defPPr>
            </a:lstStyle>
            <a:p>
              <a:pPr algn="l">
                <a:lnSpc>
                  <a:spcPts val="935"/>
                </a:lnSpc>
                <a:spcBef>
                  <a:spcPts val="0"/>
                </a:spcBef>
                <a:spcAft>
                  <a:spcPts val="0"/>
                </a:spcAft>
                <a:buNone/>
                <a:defRPr sz="800" b="0">
                  <a:latin typeface="Times New Roman" panose="02020603050405020304"/>
                  <a:ea typeface="Times New Roman" panose="02020603050405020304"/>
                  <a:cs typeface="Times New Roman" panose="02020603050405020304"/>
                </a:defRPr>
              </a:pPr>
              <a:r>
                <a:rPr sz="800" b="0" i="0">
                  <a:solidFill>
                    <a:srgbClr val="000000"/>
                  </a:solidFill>
                  <a:latin typeface="Times New Roman" panose="02020603050405020304"/>
                  <a:ea typeface="Times New Roman" panose="02020603050405020304"/>
                  <a:cs typeface="Times New Roman" panose="02020603050405020304"/>
                </a:rPr>
                <a:t>Grid regions</a:t>
              </a:r>
              <a:endParaRPr sz="800" b="0" i="0">
                <a:solidFill>
                  <a:srgbClr val="000000"/>
                </a:solidFill>
                <a:latin typeface="Times New Roman" panose="02020603050405020304"/>
                <a:ea typeface="Times New Roman" panose="02020603050405020304"/>
                <a:cs typeface="Times New Roman" panose="02020603050405020304"/>
              </a:endParaRPr>
            </a:p>
          </p:txBody>
        </p:sp>
        <p:sp>
          <p:nvSpPr>
            <p:cNvPr id="223" name="A_map_map_background_002"/>
            <p:cNvSpPr/>
            <p:nvPr/>
          </p:nvSpPr>
          <p:spPr>
            <a:xfrm>
              <a:off x="121690" y="306443"/>
              <a:ext cx="1503742" cy="1303252"/>
            </a:xfrm>
            <a:prstGeom prst="roundRect">
              <a:avLst>
                <a:gd name="adj" fmla="val 2491"/>
              </a:avLst>
            </a:prstGeom>
            <a:solidFill>
              <a:srgbClr val="F2F8EE"/>
            </a:solidFill>
            <a:ln w="12700">
              <a:solidFill>
                <a:srgbClr val="C4D6A0"/>
              </a:solidFill>
            </a:ln>
            <a:effectLst/>
          </p:spPr>
          <p:txBody>
            <a:bodyPr rtlCol="0" anchor="ctr"/>
            <a:lstStyle/>
            <a:p>
              <a:pPr algn="ctr"/>
            </a:p>
          </p:txBody>
        </p:sp>
        <p:cxnSp>
          <p:nvCxnSpPr>
            <p:cNvPr id="224" name="A_map_road_vertical_003"/>
            <p:cNvCxnSpPr/>
            <p:nvPr/>
          </p:nvCxnSpPr>
          <p:spPr>
            <a:xfrm>
              <a:off x="399839" y="341429"/>
              <a:ext cx="0" cy="1249497"/>
            </a:xfrm>
            <a:prstGeom prst="line">
              <a:avLst/>
            </a:prstGeom>
            <a:ln w="32596">
              <a:solidFill>
                <a:srgbClr val="DBDBDB"/>
              </a:solidFill>
            </a:ln>
            <a:effectLst/>
          </p:spPr>
        </p:cxnSp>
        <p:cxnSp>
          <p:nvCxnSpPr>
            <p:cNvPr id="225" name="A_map_road_vertical_004"/>
            <p:cNvCxnSpPr/>
            <p:nvPr/>
          </p:nvCxnSpPr>
          <p:spPr>
            <a:xfrm>
              <a:off x="660604" y="341429"/>
              <a:ext cx="0" cy="1249497"/>
            </a:xfrm>
            <a:prstGeom prst="line">
              <a:avLst/>
            </a:prstGeom>
            <a:ln w="32596">
              <a:solidFill>
                <a:srgbClr val="DBDBDB"/>
              </a:solidFill>
            </a:ln>
            <a:effectLst/>
          </p:spPr>
        </p:cxnSp>
        <p:cxnSp>
          <p:nvCxnSpPr>
            <p:cNvPr id="226" name="A_map_road_vertical_005"/>
            <p:cNvCxnSpPr/>
            <p:nvPr/>
          </p:nvCxnSpPr>
          <p:spPr>
            <a:xfrm>
              <a:off x="925714" y="341429"/>
              <a:ext cx="0" cy="1249497"/>
            </a:xfrm>
            <a:prstGeom prst="line">
              <a:avLst/>
            </a:prstGeom>
            <a:ln w="32596">
              <a:solidFill>
                <a:srgbClr val="DBDBDB"/>
              </a:solidFill>
            </a:ln>
            <a:effectLst/>
          </p:spPr>
        </p:cxnSp>
        <p:cxnSp>
          <p:nvCxnSpPr>
            <p:cNvPr id="227" name="A_map_road_vertical_006"/>
            <p:cNvCxnSpPr/>
            <p:nvPr/>
          </p:nvCxnSpPr>
          <p:spPr>
            <a:xfrm>
              <a:off x="1186479" y="341429"/>
              <a:ext cx="0" cy="1249497"/>
            </a:xfrm>
            <a:prstGeom prst="line">
              <a:avLst/>
            </a:prstGeom>
            <a:ln w="32596">
              <a:solidFill>
                <a:srgbClr val="DBDBDB"/>
              </a:solidFill>
            </a:ln>
            <a:effectLst/>
          </p:spPr>
        </p:cxnSp>
        <p:cxnSp>
          <p:nvCxnSpPr>
            <p:cNvPr id="228" name="A_map_road_horizontal_007"/>
            <p:cNvCxnSpPr/>
            <p:nvPr/>
          </p:nvCxnSpPr>
          <p:spPr>
            <a:xfrm>
              <a:off x="156459" y="581332"/>
              <a:ext cx="1312515" cy="0"/>
            </a:xfrm>
            <a:prstGeom prst="line">
              <a:avLst/>
            </a:prstGeom>
            <a:ln w="32596">
              <a:solidFill>
                <a:srgbClr val="DBDBDB"/>
              </a:solidFill>
            </a:ln>
            <a:effectLst/>
          </p:spPr>
        </p:cxnSp>
        <p:cxnSp>
          <p:nvCxnSpPr>
            <p:cNvPr id="229" name="A_map_road_horizontal_008"/>
            <p:cNvCxnSpPr/>
            <p:nvPr/>
          </p:nvCxnSpPr>
          <p:spPr>
            <a:xfrm>
              <a:off x="156459" y="881212"/>
              <a:ext cx="1312515" cy="0"/>
            </a:xfrm>
            <a:prstGeom prst="line">
              <a:avLst/>
            </a:prstGeom>
            <a:ln w="32596">
              <a:solidFill>
                <a:srgbClr val="DBDBDB"/>
              </a:solidFill>
            </a:ln>
            <a:effectLst/>
          </p:spPr>
        </p:cxnSp>
        <p:cxnSp>
          <p:nvCxnSpPr>
            <p:cNvPr id="230" name="A_map_road_horizontal_009"/>
            <p:cNvCxnSpPr/>
            <p:nvPr/>
          </p:nvCxnSpPr>
          <p:spPr>
            <a:xfrm>
              <a:off x="156459" y="1186089"/>
              <a:ext cx="1312515" cy="0"/>
            </a:xfrm>
            <a:prstGeom prst="line">
              <a:avLst/>
            </a:prstGeom>
            <a:ln w="32596">
              <a:solidFill>
                <a:srgbClr val="DBDBDB"/>
              </a:solidFill>
            </a:ln>
            <a:effectLst/>
          </p:spPr>
        </p:cxnSp>
        <p:cxnSp>
          <p:nvCxnSpPr>
            <p:cNvPr id="231" name="A_map_road_horizontal_010"/>
            <p:cNvCxnSpPr/>
            <p:nvPr/>
          </p:nvCxnSpPr>
          <p:spPr>
            <a:xfrm>
              <a:off x="156459" y="1480970"/>
              <a:ext cx="1312515" cy="0"/>
            </a:xfrm>
            <a:prstGeom prst="line">
              <a:avLst/>
            </a:prstGeom>
            <a:ln w="32596">
              <a:solidFill>
                <a:srgbClr val="DBDBDB"/>
              </a:solidFill>
            </a:ln>
            <a:effectLst/>
          </p:spPr>
        </p:cxnSp>
        <p:sp>
          <p:nvSpPr>
            <p:cNvPr id="232" name="A_map_candidate_j_cell_011"/>
            <p:cNvSpPr/>
            <p:nvPr/>
          </p:nvSpPr>
          <p:spPr>
            <a:xfrm>
              <a:off x="412877" y="596326"/>
              <a:ext cx="234688" cy="264893"/>
            </a:xfrm>
            <a:prstGeom prst="rect">
              <a:avLst/>
            </a:prstGeom>
            <a:solidFill>
              <a:srgbClr val="C4D6A0"/>
            </a:solidFill>
            <a:ln w="12700">
              <a:noFill/>
            </a:ln>
            <a:effectLst/>
          </p:spPr>
          <p:txBody>
            <a:bodyPr rtlCol="0" anchor="ctr"/>
            <a:lstStyle/>
            <a:p>
              <a:pPr algn="ctr"/>
            </a:p>
          </p:txBody>
        </p:sp>
        <p:sp>
          <p:nvSpPr>
            <p:cNvPr id="233" name="A_map_target_r_cell_012"/>
            <p:cNvSpPr/>
            <p:nvPr/>
          </p:nvSpPr>
          <p:spPr>
            <a:xfrm>
              <a:off x="673642" y="896206"/>
              <a:ext cx="239034" cy="274889"/>
            </a:xfrm>
            <a:prstGeom prst="rect">
              <a:avLst/>
            </a:prstGeom>
            <a:solidFill>
              <a:srgbClr val="F8C999"/>
            </a:solidFill>
            <a:ln w="12700">
              <a:noFill/>
            </a:ln>
            <a:effectLst/>
          </p:spPr>
          <p:txBody>
            <a:bodyPr rtlCol="0" anchor="ctr"/>
            <a:lstStyle/>
            <a:p>
              <a:pPr algn="ctr"/>
            </a:p>
          </p:txBody>
        </p:sp>
        <p:sp>
          <p:nvSpPr>
            <p:cNvPr id="234" name="A_map_candidate_i_cell_013"/>
            <p:cNvSpPr/>
            <p:nvPr/>
          </p:nvSpPr>
          <p:spPr>
            <a:xfrm>
              <a:off x="412877" y="1201082"/>
              <a:ext cx="234688" cy="264893"/>
            </a:xfrm>
            <a:prstGeom prst="rect">
              <a:avLst/>
            </a:prstGeom>
            <a:solidFill>
              <a:srgbClr val="9DC3E6"/>
            </a:solidFill>
            <a:ln w="12700">
              <a:noFill/>
            </a:ln>
            <a:effectLst/>
          </p:spPr>
          <p:txBody>
            <a:bodyPr rtlCol="0" anchor="ctr"/>
            <a:lstStyle/>
            <a:p>
              <a:pPr algn="ctr"/>
            </a:p>
          </p:txBody>
        </p:sp>
        <p:sp>
          <p:nvSpPr>
            <p:cNvPr id="235" name="A_map_road_junction_014"/>
            <p:cNvSpPr/>
            <p:nvPr/>
          </p:nvSpPr>
          <p:spPr>
            <a:xfrm>
              <a:off x="382455" y="561341"/>
              <a:ext cx="34769" cy="39984"/>
            </a:xfrm>
            <a:prstGeom prst="ellipse">
              <a:avLst/>
            </a:prstGeom>
            <a:solidFill>
              <a:srgbClr val="FFFFFF"/>
            </a:solidFill>
            <a:ln w="6036">
              <a:noFill/>
            </a:ln>
            <a:effectLst/>
          </p:spPr>
          <p:txBody>
            <a:bodyPr rtlCol="0" anchor="ctr"/>
            <a:lstStyle/>
            <a:p>
              <a:pPr algn="ctr"/>
            </a:p>
          </p:txBody>
        </p:sp>
        <p:sp>
          <p:nvSpPr>
            <p:cNvPr id="236" name="A_map_road_junction_015"/>
            <p:cNvSpPr/>
            <p:nvPr/>
          </p:nvSpPr>
          <p:spPr>
            <a:xfrm>
              <a:off x="382455" y="861219"/>
              <a:ext cx="34769" cy="39984"/>
            </a:xfrm>
            <a:prstGeom prst="ellipse">
              <a:avLst/>
            </a:prstGeom>
            <a:solidFill>
              <a:srgbClr val="FFFFFF"/>
            </a:solidFill>
            <a:ln w="6036">
              <a:noFill/>
            </a:ln>
            <a:effectLst/>
          </p:spPr>
          <p:txBody>
            <a:bodyPr rtlCol="0" anchor="ctr"/>
            <a:lstStyle/>
            <a:p>
              <a:pPr algn="ctr"/>
            </a:p>
          </p:txBody>
        </p:sp>
        <p:sp>
          <p:nvSpPr>
            <p:cNvPr id="237" name="A_map_road_junction_016"/>
            <p:cNvSpPr/>
            <p:nvPr/>
          </p:nvSpPr>
          <p:spPr>
            <a:xfrm>
              <a:off x="382455" y="1166097"/>
              <a:ext cx="34769" cy="39984"/>
            </a:xfrm>
            <a:prstGeom prst="ellipse">
              <a:avLst/>
            </a:prstGeom>
            <a:solidFill>
              <a:srgbClr val="FFFFFF"/>
            </a:solidFill>
            <a:ln w="6036">
              <a:noFill/>
            </a:ln>
            <a:effectLst/>
          </p:spPr>
          <p:txBody>
            <a:bodyPr rtlCol="0" anchor="ctr"/>
            <a:lstStyle/>
            <a:p>
              <a:pPr algn="ctr"/>
            </a:p>
          </p:txBody>
        </p:sp>
        <p:sp>
          <p:nvSpPr>
            <p:cNvPr id="238" name="A_map_road_junction_017"/>
            <p:cNvSpPr/>
            <p:nvPr/>
          </p:nvSpPr>
          <p:spPr>
            <a:xfrm>
              <a:off x="382455" y="1460978"/>
              <a:ext cx="34769" cy="39984"/>
            </a:xfrm>
            <a:prstGeom prst="ellipse">
              <a:avLst/>
            </a:prstGeom>
            <a:solidFill>
              <a:srgbClr val="FFFFFF"/>
            </a:solidFill>
            <a:ln w="6036">
              <a:noFill/>
            </a:ln>
            <a:effectLst/>
          </p:spPr>
          <p:txBody>
            <a:bodyPr rtlCol="0" anchor="ctr"/>
            <a:lstStyle/>
            <a:p>
              <a:pPr algn="ctr"/>
            </a:p>
          </p:txBody>
        </p:sp>
        <p:sp>
          <p:nvSpPr>
            <p:cNvPr id="239" name="A_map_road_junction_018"/>
            <p:cNvSpPr/>
            <p:nvPr/>
          </p:nvSpPr>
          <p:spPr>
            <a:xfrm>
              <a:off x="643219" y="561341"/>
              <a:ext cx="34769" cy="39984"/>
            </a:xfrm>
            <a:prstGeom prst="ellipse">
              <a:avLst/>
            </a:prstGeom>
            <a:solidFill>
              <a:srgbClr val="FFFFFF"/>
            </a:solidFill>
            <a:ln w="6036">
              <a:noFill/>
            </a:ln>
            <a:effectLst/>
          </p:spPr>
          <p:txBody>
            <a:bodyPr rtlCol="0" anchor="ctr"/>
            <a:lstStyle/>
            <a:p>
              <a:pPr algn="ctr"/>
            </a:p>
          </p:txBody>
        </p:sp>
        <p:sp>
          <p:nvSpPr>
            <p:cNvPr id="240" name="A_map_road_junction_019"/>
            <p:cNvSpPr/>
            <p:nvPr/>
          </p:nvSpPr>
          <p:spPr>
            <a:xfrm>
              <a:off x="643219" y="861219"/>
              <a:ext cx="34769" cy="39984"/>
            </a:xfrm>
            <a:prstGeom prst="ellipse">
              <a:avLst/>
            </a:prstGeom>
            <a:solidFill>
              <a:srgbClr val="FFFFFF"/>
            </a:solidFill>
            <a:ln w="6036">
              <a:noFill/>
            </a:ln>
            <a:effectLst/>
          </p:spPr>
          <p:txBody>
            <a:bodyPr rtlCol="0" anchor="ctr"/>
            <a:lstStyle/>
            <a:p>
              <a:pPr algn="ctr"/>
            </a:p>
          </p:txBody>
        </p:sp>
        <p:sp>
          <p:nvSpPr>
            <p:cNvPr id="241" name="A_map_road_junction_020"/>
            <p:cNvSpPr/>
            <p:nvPr/>
          </p:nvSpPr>
          <p:spPr>
            <a:xfrm>
              <a:off x="643219" y="1166097"/>
              <a:ext cx="34769" cy="39984"/>
            </a:xfrm>
            <a:prstGeom prst="ellipse">
              <a:avLst/>
            </a:prstGeom>
            <a:solidFill>
              <a:srgbClr val="FFFFFF"/>
            </a:solidFill>
            <a:ln w="6036">
              <a:noFill/>
            </a:ln>
            <a:effectLst/>
          </p:spPr>
          <p:txBody>
            <a:bodyPr rtlCol="0" anchor="ctr"/>
            <a:lstStyle/>
            <a:p>
              <a:pPr algn="ctr"/>
            </a:p>
          </p:txBody>
        </p:sp>
        <p:sp>
          <p:nvSpPr>
            <p:cNvPr id="242" name="A_map_road_junction_021"/>
            <p:cNvSpPr/>
            <p:nvPr/>
          </p:nvSpPr>
          <p:spPr>
            <a:xfrm>
              <a:off x="643219" y="1460978"/>
              <a:ext cx="34769" cy="39984"/>
            </a:xfrm>
            <a:prstGeom prst="ellipse">
              <a:avLst/>
            </a:prstGeom>
            <a:solidFill>
              <a:srgbClr val="FFFFFF"/>
            </a:solidFill>
            <a:ln w="6036">
              <a:noFill/>
            </a:ln>
            <a:effectLst/>
          </p:spPr>
          <p:txBody>
            <a:bodyPr rtlCol="0" anchor="ctr"/>
            <a:lstStyle/>
            <a:p>
              <a:pPr algn="ctr"/>
            </a:p>
          </p:txBody>
        </p:sp>
        <p:sp>
          <p:nvSpPr>
            <p:cNvPr id="243" name="A_map_road_junction_022"/>
            <p:cNvSpPr/>
            <p:nvPr/>
          </p:nvSpPr>
          <p:spPr>
            <a:xfrm>
              <a:off x="908330" y="561341"/>
              <a:ext cx="34769" cy="39984"/>
            </a:xfrm>
            <a:prstGeom prst="ellipse">
              <a:avLst/>
            </a:prstGeom>
            <a:solidFill>
              <a:srgbClr val="FFFFFF"/>
            </a:solidFill>
            <a:ln w="6036">
              <a:noFill/>
            </a:ln>
            <a:effectLst/>
          </p:spPr>
          <p:txBody>
            <a:bodyPr rtlCol="0" anchor="ctr"/>
            <a:lstStyle/>
            <a:p>
              <a:pPr algn="ctr"/>
            </a:p>
          </p:txBody>
        </p:sp>
        <p:sp>
          <p:nvSpPr>
            <p:cNvPr id="244" name="A_map_road_junction_023"/>
            <p:cNvSpPr/>
            <p:nvPr/>
          </p:nvSpPr>
          <p:spPr>
            <a:xfrm>
              <a:off x="908330" y="861219"/>
              <a:ext cx="34769" cy="39984"/>
            </a:xfrm>
            <a:prstGeom prst="ellipse">
              <a:avLst/>
            </a:prstGeom>
            <a:solidFill>
              <a:srgbClr val="FFFFFF"/>
            </a:solidFill>
            <a:ln w="6036">
              <a:noFill/>
            </a:ln>
            <a:effectLst/>
          </p:spPr>
          <p:txBody>
            <a:bodyPr rtlCol="0" anchor="ctr"/>
            <a:lstStyle/>
            <a:p>
              <a:pPr algn="ctr"/>
            </a:p>
          </p:txBody>
        </p:sp>
        <p:sp>
          <p:nvSpPr>
            <p:cNvPr id="245" name="A_map_road_junction_024"/>
            <p:cNvSpPr/>
            <p:nvPr/>
          </p:nvSpPr>
          <p:spPr>
            <a:xfrm>
              <a:off x="908330" y="1166097"/>
              <a:ext cx="34769" cy="39984"/>
            </a:xfrm>
            <a:prstGeom prst="ellipse">
              <a:avLst/>
            </a:prstGeom>
            <a:solidFill>
              <a:srgbClr val="FFFFFF"/>
            </a:solidFill>
            <a:ln w="6036">
              <a:noFill/>
            </a:ln>
            <a:effectLst/>
          </p:spPr>
          <p:txBody>
            <a:bodyPr rtlCol="0" anchor="ctr"/>
            <a:lstStyle/>
            <a:p>
              <a:pPr algn="ctr"/>
            </a:p>
          </p:txBody>
        </p:sp>
        <p:sp>
          <p:nvSpPr>
            <p:cNvPr id="246" name="A_map_road_junction_025"/>
            <p:cNvSpPr/>
            <p:nvPr/>
          </p:nvSpPr>
          <p:spPr>
            <a:xfrm>
              <a:off x="908330" y="1460978"/>
              <a:ext cx="34769" cy="39984"/>
            </a:xfrm>
            <a:prstGeom prst="ellipse">
              <a:avLst/>
            </a:prstGeom>
            <a:solidFill>
              <a:srgbClr val="FFFFFF"/>
            </a:solidFill>
            <a:ln w="6036">
              <a:noFill/>
            </a:ln>
            <a:effectLst/>
          </p:spPr>
          <p:txBody>
            <a:bodyPr rtlCol="0" anchor="ctr"/>
            <a:lstStyle/>
            <a:p>
              <a:pPr algn="ctr"/>
            </a:p>
          </p:txBody>
        </p:sp>
        <p:sp>
          <p:nvSpPr>
            <p:cNvPr id="247" name="A_map_road_junction_026"/>
            <p:cNvSpPr/>
            <p:nvPr/>
          </p:nvSpPr>
          <p:spPr>
            <a:xfrm>
              <a:off x="1169095" y="561341"/>
              <a:ext cx="34769" cy="39984"/>
            </a:xfrm>
            <a:prstGeom prst="ellipse">
              <a:avLst/>
            </a:prstGeom>
            <a:solidFill>
              <a:srgbClr val="FFFFFF"/>
            </a:solidFill>
            <a:ln w="6036">
              <a:noFill/>
            </a:ln>
            <a:effectLst/>
          </p:spPr>
          <p:txBody>
            <a:bodyPr rtlCol="0" anchor="ctr"/>
            <a:lstStyle/>
            <a:p>
              <a:pPr algn="ctr"/>
            </a:p>
          </p:txBody>
        </p:sp>
        <p:sp>
          <p:nvSpPr>
            <p:cNvPr id="248" name="A_map_road_junction_027"/>
            <p:cNvSpPr/>
            <p:nvPr/>
          </p:nvSpPr>
          <p:spPr>
            <a:xfrm>
              <a:off x="1169095" y="861219"/>
              <a:ext cx="34769" cy="39984"/>
            </a:xfrm>
            <a:prstGeom prst="ellipse">
              <a:avLst/>
            </a:prstGeom>
            <a:solidFill>
              <a:srgbClr val="FFFFFF"/>
            </a:solidFill>
            <a:ln w="6036">
              <a:noFill/>
            </a:ln>
            <a:effectLst/>
          </p:spPr>
          <p:txBody>
            <a:bodyPr rtlCol="0" anchor="ctr"/>
            <a:lstStyle/>
            <a:p>
              <a:pPr algn="ctr"/>
            </a:p>
          </p:txBody>
        </p:sp>
        <p:sp>
          <p:nvSpPr>
            <p:cNvPr id="249" name="A_map_road_junction_028"/>
            <p:cNvSpPr/>
            <p:nvPr/>
          </p:nvSpPr>
          <p:spPr>
            <a:xfrm>
              <a:off x="1169095" y="1166097"/>
              <a:ext cx="34769" cy="39984"/>
            </a:xfrm>
            <a:prstGeom prst="ellipse">
              <a:avLst/>
            </a:prstGeom>
            <a:solidFill>
              <a:srgbClr val="FFFFFF"/>
            </a:solidFill>
            <a:ln w="6036">
              <a:noFill/>
            </a:ln>
            <a:effectLst/>
          </p:spPr>
          <p:txBody>
            <a:bodyPr rtlCol="0" anchor="ctr"/>
            <a:lstStyle/>
            <a:p>
              <a:pPr algn="ctr"/>
            </a:p>
          </p:txBody>
        </p:sp>
        <p:sp>
          <p:nvSpPr>
            <p:cNvPr id="250" name="A_map_road_junction_029"/>
            <p:cNvSpPr/>
            <p:nvPr/>
          </p:nvSpPr>
          <p:spPr>
            <a:xfrm>
              <a:off x="1169095" y="1460978"/>
              <a:ext cx="34769" cy="39984"/>
            </a:xfrm>
            <a:prstGeom prst="ellipse">
              <a:avLst/>
            </a:prstGeom>
            <a:solidFill>
              <a:srgbClr val="FFFFFF"/>
            </a:solidFill>
            <a:ln w="6036">
              <a:noFill/>
            </a:ln>
            <a:effectLst/>
          </p:spPr>
          <p:txBody>
            <a:bodyPr rtlCol="0" anchor="ctr"/>
            <a:lstStyle/>
            <a:p>
              <a:pPr algn="ctr"/>
            </a:p>
          </p:txBody>
        </p:sp>
        <p:sp>
          <p:nvSpPr>
            <p:cNvPr id="251" name="A_map_grid_region_label_030"/>
            <p:cNvSpPr txBox="1"/>
            <p:nvPr/>
          </p:nvSpPr>
          <p:spPr>
            <a:xfrm>
              <a:off x="412877" y="658123"/>
              <a:ext cx="234688" cy="141300"/>
            </a:xfrm>
            <a:prstGeom prst="rect">
              <a:avLst/>
            </a:prstGeom>
            <a:noFill/>
            <a:effectLst/>
          </p:spPr>
          <p:txBody>
            <a:bodyPr wrap="none" lIns="0" tIns="0" rIns="0" bIns="0" anchor="ctr">
              <a:noAutofit/>
            </a:bodyPr>
            <a:lstStyle>
              <a:defPPr>
                <a:defRPr sz="1000" b="1">
                  <a:latin typeface="Times New Roman" panose="02020603050405020304"/>
                  <a:ea typeface="Times New Roman" panose="02020603050405020304"/>
                  <a:cs typeface="Times New Roman" panose="02020603050405020304"/>
                </a:defRPr>
              </a:defPPr>
            </a:lstStyle>
            <a:p>
              <a:pPr algn="ctr">
                <a:lnSpc>
                  <a:spcPts val="1170"/>
                </a:lnSpc>
                <a:spcBef>
                  <a:spcPts val="0"/>
                </a:spcBef>
                <a:spcAft>
                  <a:spcPts val="0"/>
                </a:spcAft>
                <a:buNone/>
                <a:defRPr sz="1000" b="1">
                  <a:latin typeface="Times New Roman" panose="02020603050405020304"/>
                  <a:ea typeface="Times New Roman" panose="02020603050405020304"/>
                  <a:cs typeface="Times New Roman" panose="02020603050405020304"/>
                </a:defRPr>
              </a:pPr>
              <a:r>
                <a:rPr sz="1000" b="1" i="1">
                  <a:solidFill>
                    <a:srgbClr val="000000"/>
                  </a:solidFill>
                  <a:latin typeface="STIXGeneral"/>
                  <a:ea typeface="STIXGeneral"/>
                  <a:cs typeface="STIXGeneral"/>
                </a:rPr>
                <a:t>j</a:t>
              </a:r>
              <a:endParaRPr sz="1000" b="1" i="1">
                <a:solidFill>
                  <a:srgbClr val="000000"/>
                </a:solidFill>
                <a:latin typeface="STIXGeneral"/>
                <a:ea typeface="STIXGeneral"/>
                <a:cs typeface="STIXGeneral"/>
              </a:endParaRPr>
            </a:p>
          </p:txBody>
        </p:sp>
        <p:sp>
          <p:nvSpPr>
            <p:cNvPr id="252" name="A_map_grid_region_label_031"/>
            <p:cNvSpPr txBox="1"/>
            <p:nvPr/>
          </p:nvSpPr>
          <p:spPr>
            <a:xfrm>
              <a:off x="673642" y="985434"/>
              <a:ext cx="234688" cy="86436"/>
            </a:xfrm>
            <a:prstGeom prst="rect">
              <a:avLst/>
            </a:prstGeom>
            <a:noFill/>
            <a:effectLst/>
          </p:spPr>
          <p:txBody>
            <a:bodyPr wrap="none" lIns="0" tIns="0" rIns="0" bIns="0" anchor="ctr">
              <a:noAutofit/>
            </a:bodyPr>
            <a:lstStyle>
              <a:defPPr>
                <a:defRPr sz="1000" b="1">
                  <a:latin typeface="Times New Roman" panose="02020603050405020304"/>
                  <a:ea typeface="Times New Roman" panose="02020603050405020304"/>
                  <a:cs typeface="Times New Roman" panose="02020603050405020304"/>
                </a:defRPr>
              </a:defPPr>
            </a:lstStyle>
            <a:p>
              <a:pPr algn="ctr">
                <a:lnSpc>
                  <a:spcPts val="1170"/>
                </a:lnSpc>
                <a:spcBef>
                  <a:spcPts val="0"/>
                </a:spcBef>
                <a:spcAft>
                  <a:spcPts val="0"/>
                </a:spcAft>
                <a:buNone/>
                <a:defRPr sz="1000" b="1">
                  <a:latin typeface="Times New Roman" panose="02020603050405020304"/>
                  <a:ea typeface="Times New Roman" panose="02020603050405020304"/>
                  <a:cs typeface="Times New Roman" panose="02020603050405020304"/>
                </a:defRPr>
              </a:pPr>
              <a:r>
                <a:rPr sz="1000" b="1" i="1">
                  <a:solidFill>
                    <a:srgbClr val="000000"/>
                  </a:solidFill>
                  <a:latin typeface="STIXGeneral"/>
                  <a:ea typeface="STIXGeneral"/>
                  <a:cs typeface="STIXGeneral"/>
                </a:rPr>
                <a:t>r</a:t>
              </a:r>
              <a:endParaRPr sz="1000" b="1" i="1">
                <a:solidFill>
                  <a:srgbClr val="000000"/>
                </a:solidFill>
                <a:latin typeface="STIXGeneral"/>
                <a:ea typeface="STIXGeneral"/>
                <a:cs typeface="STIXGeneral"/>
              </a:endParaRPr>
            </a:p>
          </p:txBody>
        </p:sp>
        <p:sp>
          <p:nvSpPr>
            <p:cNvPr id="253" name="A_map_grid_region_label_032"/>
            <p:cNvSpPr txBox="1"/>
            <p:nvPr/>
          </p:nvSpPr>
          <p:spPr>
            <a:xfrm>
              <a:off x="412877" y="1275680"/>
              <a:ext cx="234688" cy="115697"/>
            </a:xfrm>
            <a:prstGeom prst="rect">
              <a:avLst/>
            </a:prstGeom>
            <a:noFill/>
            <a:effectLst/>
          </p:spPr>
          <p:txBody>
            <a:bodyPr wrap="none" lIns="0" tIns="0" rIns="0" bIns="0" anchor="ctr">
              <a:noAutofit/>
            </a:bodyPr>
            <a:lstStyle>
              <a:defPPr>
                <a:defRPr sz="1000" b="1">
                  <a:latin typeface="Times New Roman" panose="02020603050405020304"/>
                  <a:ea typeface="Times New Roman" panose="02020603050405020304"/>
                  <a:cs typeface="Times New Roman" panose="02020603050405020304"/>
                </a:defRPr>
              </a:defPPr>
            </a:lstStyle>
            <a:p>
              <a:pPr algn="ctr">
                <a:lnSpc>
                  <a:spcPts val="1170"/>
                </a:lnSpc>
                <a:spcBef>
                  <a:spcPts val="0"/>
                </a:spcBef>
                <a:spcAft>
                  <a:spcPts val="0"/>
                </a:spcAft>
                <a:buNone/>
                <a:defRPr sz="1000" b="1">
                  <a:latin typeface="Times New Roman" panose="02020603050405020304"/>
                  <a:ea typeface="Times New Roman" panose="02020603050405020304"/>
                  <a:cs typeface="Times New Roman" panose="02020603050405020304"/>
                </a:defRPr>
              </a:pPr>
              <a:r>
                <a:rPr sz="1000" b="1" i="1">
                  <a:solidFill>
                    <a:srgbClr val="000000"/>
                  </a:solidFill>
                  <a:latin typeface="STIXGeneral"/>
                  <a:ea typeface="STIXGeneral"/>
                  <a:cs typeface="STIXGeneral"/>
                </a:rPr>
                <a:t>i</a:t>
              </a:r>
              <a:endParaRPr sz="1000" b="1" i="1">
                <a:solidFill>
                  <a:srgbClr val="000000"/>
                </a:solidFill>
                <a:latin typeface="STIXGeneral"/>
                <a:ea typeface="STIXGeneral"/>
                <a:cs typeface="STIXGeneral"/>
              </a:endParaRPr>
            </a:p>
          </p:txBody>
        </p:sp>
        <p:sp>
          <p:nvSpPr>
            <p:cNvPr id="254" name="A_map_candidate_j_association_033"/>
            <p:cNvSpPr/>
            <p:nvPr/>
          </p:nvSpPr>
          <p:spPr>
            <a:xfrm>
              <a:off x="695372" y="706282"/>
              <a:ext cx="91268" cy="134946"/>
            </a:xfrm>
            <a:custGeom>
              <a:avLst/>
              <a:gdLst/>
              <a:ahLst/>
              <a:cxnLst/>
              <a:rect l="l" t="t" r="r" b="b"/>
              <a:pathLst>
                <a:path w="192024" h="246888">
                  <a:moveTo>
                    <a:pt x="192024" y="246888"/>
                  </a:moveTo>
                  <a:lnTo>
                    <a:pt x="192024" y="173736"/>
                  </a:lnTo>
                  <a:lnTo>
                    <a:pt x="155448" y="100584"/>
                  </a:lnTo>
                  <a:lnTo>
                    <a:pt x="100584" y="36576"/>
                  </a:lnTo>
                  <a:lnTo>
                    <a:pt x="0" y="0"/>
                  </a:lnTo>
                </a:path>
              </a:pathLst>
            </a:custGeom>
            <a:noFill/>
            <a:ln w="12700">
              <a:solidFill>
                <a:srgbClr val="789440"/>
              </a:solidFill>
              <a:prstDash val="dash"/>
              <a:headEnd type="triangle" w="sm" len="sm"/>
              <a:tailEnd type="triangle" w="sm" len="sm"/>
            </a:ln>
            <a:effectLst/>
          </p:spPr>
          <p:txBody>
            <a:bodyPr rtlCol="0" anchor="ctr"/>
            <a:lstStyle/>
            <a:p>
              <a:pPr algn="ctr"/>
            </a:p>
          </p:txBody>
        </p:sp>
        <p:sp>
          <p:nvSpPr>
            <p:cNvPr id="255" name="A_map_candidate_i_association_034"/>
            <p:cNvSpPr/>
            <p:nvPr/>
          </p:nvSpPr>
          <p:spPr>
            <a:xfrm>
              <a:off x="695372" y="1206080"/>
              <a:ext cx="134728" cy="169932"/>
            </a:xfrm>
            <a:custGeom>
              <a:avLst/>
              <a:gdLst/>
              <a:ahLst/>
              <a:cxnLst/>
              <a:rect l="l" t="t" r="r" b="b"/>
              <a:pathLst>
                <a:path w="283464" h="310896">
                  <a:moveTo>
                    <a:pt x="0" y="310896"/>
                  </a:moveTo>
                  <a:lnTo>
                    <a:pt x="128016" y="256032"/>
                  </a:lnTo>
                  <a:lnTo>
                    <a:pt x="201168" y="164592"/>
                  </a:lnTo>
                  <a:lnTo>
                    <a:pt x="283464" y="0"/>
                  </a:lnTo>
                </a:path>
              </a:pathLst>
            </a:custGeom>
            <a:noFill/>
            <a:ln w="12700">
              <a:solidFill>
                <a:srgbClr val="0070C0"/>
              </a:solidFill>
              <a:prstDash val="dash"/>
              <a:headEnd type="triangle" w="sm" len="sm"/>
              <a:tailEnd type="triangle" w="sm" len="sm"/>
            </a:ln>
            <a:effectLst/>
          </p:spPr>
          <p:txBody>
            <a:bodyPr rtlCol="0" anchor="ctr"/>
            <a:lstStyle/>
            <a:p>
              <a:pPr algn="ctr"/>
            </a:p>
          </p:txBody>
        </p:sp>
        <p:sp>
          <p:nvSpPr>
            <p:cNvPr id="256" name="A_map_incident_symbol_035"/>
            <p:cNvSpPr/>
            <p:nvPr/>
          </p:nvSpPr>
          <p:spPr>
            <a:xfrm>
              <a:off x="947445" y="951184"/>
              <a:ext cx="147767" cy="159935"/>
            </a:xfrm>
            <a:prstGeom prst="triangle">
              <a:avLst/>
            </a:prstGeom>
            <a:solidFill>
              <a:srgbClr val="D9958F"/>
            </a:solidFill>
            <a:ln w="12700">
              <a:noFill/>
            </a:ln>
            <a:effectLst/>
          </p:spPr>
          <p:txBody>
            <a:bodyPr rtlCol="0" anchor="ctr"/>
            <a:lstStyle/>
            <a:p>
              <a:pPr algn="ctr"/>
            </a:p>
          </p:txBody>
        </p:sp>
        <p:sp>
          <p:nvSpPr>
            <p:cNvPr id="257" name="A_map_incident_exclamation_036"/>
            <p:cNvSpPr txBox="1"/>
            <p:nvPr/>
          </p:nvSpPr>
          <p:spPr>
            <a:xfrm>
              <a:off x="947445" y="980800"/>
              <a:ext cx="147767" cy="115697"/>
            </a:xfrm>
            <a:prstGeom prst="rect">
              <a:avLst/>
            </a:prstGeom>
            <a:noFill/>
            <a:effectLst/>
          </p:spPr>
          <p:txBody>
            <a:bodyPr wrap="none" lIns="0" tIns="0" rIns="0" bIns="0" anchor="ctr">
              <a:noAutofit/>
            </a:bodyPr>
            <a:lstStyle>
              <a:defPPr>
                <a:defRPr sz="1000" b="1">
                  <a:latin typeface="Times New Roman" panose="02020603050405020304"/>
                  <a:ea typeface="Times New Roman" panose="02020603050405020304"/>
                  <a:cs typeface="Times New Roman" panose="02020603050405020304"/>
                </a:defRPr>
              </a:defPPr>
            </a:lstStyle>
            <a:p>
              <a:pPr algn="ctr">
                <a:lnSpc>
                  <a:spcPts val="1170"/>
                </a:lnSpc>
                <a:spcBef>
                  <a:spcPts val="0"/>
                </a:spcBef>
                <a:spcAft>
                  <a:spcPts val="0"/>
                </a:spcAft>
                <a:buNone/>
                <a:defRPr sz="1000" b="1">
                  <a:latin typeface="Times New Roman" panose="02020603050405020304"/>
                  <a:ea typeface="Times New Roman" panose="02020603050405020304"/>
                  <a:cs typeface="Times New Roman" panose="02020603050405020304"/>
                </a:defRPr>
              </a:pPr>
              <a:r>
                <a:rPr sz="1000" b="1" i="0">
                  <a:solidFill>
                    <a:srgbClr val="000000"/>
                  </a:solidFill>
                  <a:latin typeface="Times New Roman" panose="02020603050405020304"/>
                  <a:ea typeface="Times New Roman" panose="02020603050405020304"/>
                  <a:cs typeface="Times New Roman" panose="02020603050405020304"/>
                </a:rPr>
                <a:t>!</a:t>
              </a:r>
              <a:endParaRPr sz="1000" b="1" i="0">
                <a:solidFill>
                  <a:srgbClr val="000000"/>
                </a:solidFill>
                <a:latin typeface="Times New Roman" panose="02020603050405020304"/>
                <a:ea typeface="Times New Roman" panose="02020603050405020304"/>
                <a:cs typeface="Times New Roman" panose="02020603050405020304"/>
              </a:endParaRPr>
            </a:p>
          </p:txBody>
        </p:sp>
        <p:sp>
          <p:nvSpPr>
            <p:cNvPr id="258" name="A_map_north_label_038"/>
            <p:cNvSpPr txBox="1"/>
            <p:nvPr/>
          </p:nvSpPr>
          <p:spPr>
            <a:xfrm>
              <a:off x="1508089" y="346575"/>
              <a:ext cx="91268" cy="94666"/>
            </a:xfrm>
            <a:prstGeom prst="rect">
              <a:avLst/>
            </a:prstGeom>
            <a:noFill/>
            <a:effectLst/>
          </p:spPr>
          <p:txBody>
            <a:bodyPr wrap="none" lIns="0" tIns="0" rIns="0" bIns="0" anchor="ctr">
              <a:noAutofit/>
            </a:bodyPr>
            <a:lstStyle>
              <a:defPPr>
                <a:defRPr sz="800" b="0">
                  <a:latin typeface="Times New Roman" panose="02020603050405020304"/>
                  <a:ea typeface="Times New Roman" panose="02020603050405020304"/>
                  <a:cs typeface="Times New Roman" panose="02020603050405020304"/>
                </a:defRPr>
              </a:defPPr>
            </a:lstStyle>
            <a:p>
              <a:pPr algn="ctr">
                <a:lnSpc>
                  <a:spcPts val="935"/>
                </a:lnSpc>
                <a:spcBef>
                  <a:spcPts val="0"/>
                </a:spcBef>
                <a:spcAft>
                  <a:spcPts val="0"/>
                </a:spcAft>
                <a:buNone/>
                <a:defRPr sz="800" b="0">
                  <a:latin typeface="Times New Roman" panose="02020603050405020304"/>
                  <a:ea typeface="Times New Roman" panose="02020603050405020304"/>
                  <a:cs typeface="Times New Roman" panose="02020603050405020304"/>
                </a:defRPr>
              </a:pPr>
              <a:r>
                <a:rPr sz="800" b="0" i="0">
                  <a:solidFill>
                    <a:srgbClr val="000000"/>
                  </a:solidFill>
                  <a:latin typeface="Times New Roman" panose="02020603050405020304"/>
                  <a:ea typeface="Times New Roman" panose="02020603050405020304"/>
                  <a:cs typeface="Times New Roman" panose="02020603050405020304"/>
                </a:rPr>
                <a:t>N</a:t>
              </a:r>
              <a:endParaRPr sz="800" b="0" i="0">
                <a:solidFill>
                  <a:srgbClr val="000000"/>
                </a:solidFill>
                <a:latin typeface="Times New Roman" panose="02020603050405020304"/>
                <a:ea typeface="Times New Roman" panose="02020603050405020304"/>
                <a:cs typeface="Times New Roman" panose="02020603050405020304"/>
              </a:endParaRPr>
            </a:p>
          </p:txBody>
        </p:sp>
        <p:sp>
          <p:nvSpPr>
            <p:cNvPr id="259" name="A_map_north_arrow_039"/>
            <p:cNvSpPr/>
            <p:nvPr/>
          </p:nvSpPr>
          <p:spPr>
            <a:xfrm rot="16200000">
              <a:off x="1499396" y="476374"/>
              <a:ext cx="117344" cy="79968"/>
            </a:xfrm>
            <a:prstGeom prst="chevron">
              <a:avLst/>
            </a:prstGeom>
            <a:solidFill>
              <a:srgbClr val="000000"/>
            </a:solidFill>
            <a:ln w="12700">
              <a:noFill/>
            </a:ln>
            <a:effectLst/>
          </p:spPr>
          <p:txBody>
            <a:bodyPr rtlCol="0" anchor="ctr"/>
            <a:lstStyle/>
            <a:p>
              <a:pPr algn="ctr"/>
            </a:p>
          </p:txBody>
        </p:sp>
        <p:sp>
          <p:nvSpPr>
            <p:cNvPr id="260" name="A_map_region_r_040"/>
            <p:cNvSpPr/>
            <p:nvPr/>
          </p:nvSpPr>
          <p:spPr>
            <a:xfrm>
              <a:off x="173843" y="1660897"/>
              <a:ext cx="130382" cy="119952"/>
            </a:xfrm>
            <a:prstGeom prst="roundRect">
              <a:avLst>
                <a:gd name="adj" fmla="val 20833"/>
              </a:avLst>
            </a:prstGeom>
            <a:solidFill>
              <a:srgbClr val="EA700D"/>
            </a:solidFill>
            <a:ln w="12700">
              <a:noFill/>
            </a:ln>
            <a:effectLst/>
          </p:spPr>
          <p:txBody>
            <a:bodyPr rtlCol="0" anchor="ctr"/>
            <a:lstStyle/>
            <a:p>
              <a:pPr algn="ctr"/>
            </a:p>
          </p:txBody>
        </p:sp>
        <p:sp>
          <p:nvSpPr>
            <p:cNvPr id="261" name="A_map_region_label_r_041"/>
            <p:cNvSpPr txBox="1"/>
            <p:nvPr/>
          </p:nvSpPr>
          <p:spPr>
            <a:xfrm>
              <a:off x="173843" y="1684056"/>
              <a:ext cx="130382" cy="73634"/>
            </a:xfrm>
            <a:prstGeom prst="rect">
              <a:avLst/>
            </a:prstGeom>
            <a:noFill/>
            <a:effectLst/>
          </p:spPr>
          <p:txBody>
            <a:bodyPr wrap="none" lIns="0" tIns="0" rIns="0" bIns="0" anchor="ctr">
              <a:noAutofit/>
            </a:bodyPr>
            <a:lstStyle>
              <a:defPPr>
                <a:defRPr sz="800" b="1">
                  <a:latin typeface="Times New Roman" panose="02020603050405020304"/>
                  <a:ea typeface="Times New Roman" panose="02020603050405020304"/>
                  <a:cs typeface="Times New Roman" panose="02020603050405020304"/>
                </a:defRPr>
              </a:defPPr>
            </a:lstStyle>
            <a:p>
              <a:pPr algn="ctr">
                <a:lnSpc>
                  <a:spcPts val="935"/>
                </a:lnSpc>
                <a:spcBef>
                  <a:spcPts val="0"/>
                </a:spcBef>
                <a:spcAft>
                  <a:spcPts val="0"/>
                </a:spcAft>
                <a:buNone/>
                <a:defRPr sz="800" b="1">
                  <a:latin typeface="Times New Roman" panose="02020603050405020304"/>
                  <a:ea typeface="Times New Roman" panose="02020603050405020304"/>
                  <a:cs typeface="Times New Roman" panose="02020603050405020304"/>
                </a:defRPr>
              </a:pPr>
              <a:r>
                <a:rPr sz="800" b="1" i="1">
                  <a:solidFill>
                    <a:srgbClr val="FFFFFF"/>
                  </a:solidFill>
                  <a:latin typeface="STIXGeneral"/>
                  <a:ea typeface="STIXGeneral"/>
                  <a:cs typeface="STIXGeneral"/>
                </a:rPr>
                <a:t>r</a:t>
              </a:r>
              <a:endParaRPr sz="800" b="1" i="1">
                <a:solidFill>
                  <a:srgbClr val="FFFFFF"/>
                </a:solidFill>
                <a:latin typeface="STIXGeneral"/>
                <a:ea typeface="STIXGeneral"/>
                <a:cs typeface="STIXGeneral"/>
              </a:endParaRPr>
            </a:p>
          </p:txBody>
        </p:sp>
        <p:sp>
          <p:nvSpPr>
            <p:cNvPr id="262" name="A_map_region_legend_042"/>
            <p:cNvSpPr txBox="1"/>
            <p:nvPr/>
          </p:nvSpPr>
          <p:spPr>
            <a:xfrm>
              <a:off x="365070" y="1663695"/>
              <a:ext cx="912676" cy="119354"/>
            </a:xfrm>
            <a:prstGeom prst="rect">
              <a:avLst/>
            </a:prstGeom>
            <a:noFill/>
            <a:effectLst/>
          </p:spPr>
          <p:txBody>
            <a:bodyPr wrap="none" lIns="0" tIns="0" rIns="0" bIns="0" anchor="ctr">
              <a:noAutofit/>
            </a:bodyPr>
            <a:lstStyle>
              <a:defPPr>
                <a:defRPr sz="800" b="0">
                  <a:latin typeface="Times New Roman" panose="02020603050405020304"/>
                  <a:ea typeface="Times New Roman" panose="02020603050405020304"/>
                  <a:cs typeface="Times New Roman" panose="02020603050405020304"/>
                </a:defRPr>
              </a:defPPr>
            </a:lstStyle>
            <a:p>
              <a:pPr algn="l">
                <a:lnSpc>
                  <a:spcPts val="935"/>
                </a:lnSpc>
                <a:spcBef>
                  <a:spcPts val="0"/>
                </a:spcBef>
                <a:spcAft>
                  <a:spcPts val="0"/>
                </a:spcAft>
                <a:buNone/>
                <a:defRPr sz="800" b="0">
                  <a:latin typeface="Times New Roman" panose="02020603050405020304"/>
                  <a:ea typeface="Times New Roman" panose="02020603050405020304"/>
                  <a:cs typeface="Times New Roman" panose="02020603050405020304"/>
                </a:defRPr>
              </a:pPr>
              <a:r>
                <a:rPr sz="800" b="0" i="0">
                  <a:solidFill>
                    <a:srgbClr val="000000"/>
                  </a:solidFill>
                  <a:latin typeface="Times New Roman" panose="02020603050405020304"/>
                  <a:ea typeface="Times New Roman" panose="02020603050405020304"/>
                  <a:cs typeface="Times New Roman" panose="02020603050405020304"/>
                </a:rPr>
                <a:t>Target region</a:t>
              </a:r>
              <a:endParaRPr sz="800" b="0" i="0">
                <a:solidFill>
                  <a:srgbClr val="000000"/>
                </a:solidFill>
                <a:latin typeface="Times New Roman" panose="02020603050405020304"/>
                <a:ea typeface="Times New Roman" panose="02020603050405020304"/>
                <a:cs typeface="Times New Roman" panose="02020603050405020304"/>
              </a:endParaRPr>
            </a:p>
          </p:txBody>
        </p:sp>
        <p:sp>
          <p:nvSpPr>
            <p:cNvPr id="263" name="A_map_region_i_043"/>
            <p:cNvSpPr/>
            <p:nvPr/>
          </p:nvSpPr>
          <p:spPr>
            <a:xfrm>
              <a:off x="173843" y="1795844"/>
              <a:ext cx="130382" cy="119952"/>
            </a:xfrm>
            <a:prstGeom prst="roundRect">
              <a:avLst>
                <a:gd name="adj" fmla="val 20833"/>
              </a:avLst>
            </a:prstGeom>
            <a:solidFill>
              <a:srgbClr val="0070C0"/>
            </a:solidFill>
            <a:ln w="12700">
              <a:noFill/>
            </a:ln>
            <a:effectLst/>
          </p:spPr>
          <p:txBody>
            <a:bodyPr rtlCol="0" anchor="ctr"/>
            <a:lstStyle/>
            <a:p>
              <a:pPr algn="ctr"/>
            </a:p>
          </p:txBody>
        </p:sp>
        <p:sp>
          <p:nvSpPr>
            <p:cNvPr id="264" name="A_map_region_label_i_044"/>
            <p:cNvSpPr txBox="1"/>
            <p:nvPr/>
          </p:nvSpPr>
          <p:spPr>
            <a:xfrm>
              <a:off x="173843" y="1808030"/>
              <a:ext cx="130382" cy="95580"/>
            </a:xfrm>
            <a:prstGeom prst="rect">
              <a:avLst/>
            </a:prstGeom>
            <a:noFill/>
            <a:effectLst/>
          </p:spPr>
          <p:txBody>
            <a:bodyPr wrap="none" lIns="0" tIns="0" rIns="0" bIns="0" anchor="ctr">
              <a:noAutofit/>
            </a:bodyPr>
            <a:lstStyle>
              <a:defPPr>
                <a:defRPr sz="800" b="1">
                  <a:latin typeface="Times New Roman" panose="02020603050405020304"/>
                  <a:ea typeface="Times New Roman" panose="02020603050405020304"/>
                  <a:cs typeface="Times New Roman" panose="02020603050405020304"/>
                </a:defRPr>
              </a:defPPr>
            </a:lstStyle>
            <a:p>
              <a:pPr algn="ctr">
                <a:lnSpc>
                  <a:spcPts val="935"/>
                </a:lnSpc>
                <a:spcBef>
                  <a:spcPts val="0"/>
                </a:spcBef>
                <a:spcAft>
                  <a:spcPts val="0"/>
                </a:spcAft>
                <a:buNone/>
                <a:defRPr sz="800" b="1">
                  <a:latin typeface="Times New Roman" panose="02020603050405020304"/>
                  <a:ea typeface="Times New Roman" panose="02020603050405020304"/>
                  <a:cs typeface="Times New Roman" panose="02020603050405020304"/>
                </a:defRPr>
              </a:pPr>
              <a:r>
                <a:rPr sz="800" b="1" i="1">
                  <a:solidFill>
                    <a:srgbClr val="FFFFFF"/>
                  </a:solidFill>
                  <a:latin typeface="STIXGeneral"/>
                  <a:ea typeface="STIXGeneral"/>
                  <a:cs typeface="STIXGeneral"/>
                </a:rPr>
                <a:t>i</a:t>
              </a:r>
              <a:endParaRPr sz="800" b="1" i="1">
                <a:solidFill>
                  <a:srgbClr val="FFFFFF"/>
                </a:solidFill>
                <a:latin typeface="STIXGeneral"/>
                <a:ea typeface="STIXGeneral"/>
                <a:cs typeface="STIXGeneral"/>
              </a:endParaRPr>
            </a:p>
          </p:txBody>
        </p:sp>
        <p:sp>
          <p:nvSpPr>
            <p:cNvPr id="265" name="A_map_region_legend_045"/>
            <p:cNvSpPr txBox="1"/>
            <p:nvPr/>
          </p:nvSpPr>
          <p:spPr>
            <a:xfrm>
              <a:off x="365070" y="1798642"/>
              <a:ext cx="912676" cy="119354"/>
            </a:xfrm>
            <a:prstGeom prst="rect">
              <a:avLst/>
            </a:prstGeom>
            <a:noFill/>
            <a:effectLst/>
          </p:spPr>
          <p:txBody>
            <a:bodyPr wrap="none" lIns="0" tIns="0" rIns="0" bIns="0" anchor="ctr">
              <a:noAutofit/>
            </a:bodyPr>
            <a:lstStyle>
              <a:defPPr>
                <a:defRPr sz="800" b="0">
                  <a:latin typeface="Times New Roman" panose="02020603050405020304"/>
                  <a:ea typeface="Times New Roman" panose="02020603050405020304"/>
                  <a:cs typeface="Times New Roman" panose="02020603050405020304"/>
                </a:defRPr>
              </a:defPPr>
            </a:lstStyle>
            <a:p>
              <a:pPr algn="l">
                <a:lnSpc>
                  <a:spcPts val="935"/>
                </a:lnSpc>
                <a:spcBef>
                  <a:spcPts val="0"/>
                </a:spcBef>
                <a:spcAft>
                  <a:spcPts val="0"/>
                </a:spcAft>
                <a:buNone/>
                <a:defRPr sz="800" b="0">
                  <a:latin typeface="Times New Roman" panose="02020603050405020304"/>
                  <a:ea typeface="Times New Roman" panose="02020603050405020304"/>
                  <a:cs typeface="Times New Roman" panose="02020603050405020304"/>
                </a:defRPr>
              </a:pPr>
              <a:r>
                <a:rPr sz="800" b="0" i="0">
                  <a:solidFill>
                    <a:srgbClr val="000000"/>
                  </a:solidFill>
                  <a:latin typeface="Times New Roman" panose="02020603050405020304"/>
                  <a:ea typeface="Times New Roman" panose="02020603050405020304"/>
                  <a:cs typeface="Times New Roman" panose="02020603050405020304"/>
                </a:rPr>
                <a:t>Candidate region</a:t>
              </a:r>
              <a:endParaRPr sz="800" b="0" i="0">
                <a:solidFill>
                  <a:srgbClr val="000000"/>
                </a:solidFill>
                <a:latin typeface="Times New Roman" panose="02020603050405020304"/>
                <a:ea typeface="Times New Roman" panose="02020603050405020304"/>
                <a:cs typeface="Times New Roman" panose="02020603050405020304"/>
              </a:endParaRPr>
            </a:p>
          </p:txBody>
        </p:sp>
        <p:sp>
          <p:nvSpPr>
            <p:cNvPr id="266" name="A_map_region_j_046"/>
            <p:cNvSpPr/>
            <p:nvPr/>
          </p:nvSpPr>
          <p:spPr>
            <a:xfrm>
              <a:off x="173843" y="1930789"/>
              <a:ext cx="130382" cy="119952"/>
            </a:xfrm>
            <a:prstGeom prst="roundRect">
              <a:avLst>
                <a:gd name="adj" fmla="val 20833"/>
              </a:avLst>
            </a:prstGeom>
            <a:solidFill>
              <a:srgbClr val="789440"/>
            </a:solidFill>
            <a:ln w="12700">
              <a:noFill/>
            </a:ln>
            <a:effectLst/>
          </p:spPr>
          <p:txBody>
            <a:bodyPr rtlCol="0" anchor="ctr"/>
            <a:lstStyle/>
            <a:p>
              <a:pPr algn="ctr"/>
            </a:p>
          </p:txBody>
        </p:sp>
        <p:sp>
          <p:nvSpPr>
            <p:cNvPr id="267" name="A_map_region_label_j_047"/>
            <p:cNvSpPr txBox="1"/>
            <p:nvPr/>
          </p:nvSpPr>
          <p:spPr>
            <a:xfrm>
              <a:off x="173843" y="1932459"/>
              <a:ext cx="130382" cy="116611"/>
            </a:xfrm>
            <a:prstGeom prst="rect">
              <a:avLst/>
            </a:prstGeom>
            <a:noFill/>
            <a:effectLst/>
          </p:spPr>
          <p:txBody>
            <a:bodyPr wrap="none" lIns="0" tIns="0" rIns="0" bIns="0" anchor="ctr">
              <a:noAutofit/>
            </a:bodyPr>
            <a:lstStyle>
              <a:defPPr>
                <a:defRPr sz="800" b="1">
                  <a:latin typeface="Times New Roman" panose="02020603050405020304"/>
                  <a:ea typeface="Times New Roman" panose="02020603050405020304"/>
                  <a:cs typeface="Times New Roman" panose="02020603050405020304"/>
                </a:defRPr>
              </a:defPPr>
            </a:lstStyle>
            <a:p>
              <a:pPr algn="ctr">
                <a:lnSpc>
                  <a:spcPts val="935"/>
                </a:lnSpc>
                <a:spcBef>
                  <a:spcPts val="0"/>
                </a:spcBef>
                <a:spcAft>
                  <a:spcPts val="0"/>
                </a:spcAft>
                <a:buNone/>
                <a:defRPr sz="800" b="1">
                  <a:latin typeface="Times New Roman" panose="02020603050405020304"/>
                  <a:ea typeface="Times New Roman" panose="02020603050405020304"/>
                  <a:cs typeface="Times New Roman" panose="02020603050405020304"/>
                </a:defRPr>
              </a:pPr>
              <a:r>
                <a:rPr sz="800" b="1" i="1">
                  <a:solidFill>
                    <a:srgbClr val="FFFFFF"/>
                  </a:solidFill>
                  <a:latin typeface="STIXGeneral"/>
                  <a:ea typeface="STIXGeneral"/>
                  <a:cs typeface="STIXGeneral"/>
                </a:rPr>
                <a:t>j</a:t>
              </a:r>
              <a:endParaRPr sz="800" b="1" i="1">
                <a:solidFill>
                  <a:srgbClr val="FFFFFF"/>
                </a:solidFill>
                <a:latin typeface="STIXGeneral"/>
                <a:ea typeface="STIXGeneral"/>
                <a:cs typeface="STIXGeneral"/>
              </a:endParaRPr>
            </a:p>
          </p:txBody>
        </p:sp>
        <p:sp>
          <p:nvSpPr>
            <p:cNvPr id="268" name="A_map_region_legend_048"/>
            <p:cNvSpPr txBox="1"/>
            <p:nvPr/>
          </p:nvSpPr>
          <p:spPr>
            <a:xfrm>
              <a:off x="365070" y="1933587"/>
              <a:ext cx="912676" cy="119354"/>
            </a:xfrm>
            <a:prstGeom prst="rect">
              <a:avLst/>
            </a:prstGeom>
            <a:noFill/>
            <a:effectLst/>
          </p:spPr>
          <p:txBody>
            <a:bodyPr wrap="none" lIns="0" tIns="0" rIns="0" bIns="0" anchor="ctr">
              <a:noAutofit/>
            </a:bodyPr>
            <a:lstStyle>
              <a:defPPr>
                <a:defRPr sz="800" b="0">
                  <a:latin typeface="Times New Roman" panose="02020603050405020304"/>
                  <a:ea typeface="Times New Roman" panose="02020603050405020304"/>
                  <a:cs typeface="Times New Roman" panose="02020603050405020304"/>
                </a:defRPr>
              </a:defPPr>
            </a:lstStyle>
            <a:p>
              <a:pPr algn="l">
                <a:lnSpc>
                  <a:spcPts val="935"/>
                </a:lnSpc>
                <a:spcBef>
                  <a:spcPts val="0"/>
                </a:spcBef>
                <a:spcAft>
                  <a:spcPts val="0"/>
                </a:spcAft>
                <a:buNone/>
                <a:defRPr sz="800" b="0">
                  <a:latin typeface="Times New Roman" panose="02020603050405020304"/>
                  <a:ea typeface="Times New Roman" panose="02020603050405020304"/>
                  <a:cs typeface="Times New Roman" panose="02020603050405020304"/>
                </a:defRPr>
              </a:pPr>
              <a:r>
                <a:rPr sz="800" b="0" i="0">
                  <a:solidFill>
                    <a:srgbClr val="000000"/>
                  </a:solidFill>
                  <a:latin typeface="Times New Roman" panose="02020603050405020304"/>
                  <a:ea typeface="Times New Roman" panose="02020603050405020304"/>
                  <a:cs typeface="Times New Roman" panose="02020603050405020304"/>
                </a:rPr>
                <a:t>Candidate region</a:t>
              </a:r>
              <a:endParaRPr sz="800" b="0" i="0">
                <a:solidFill>
                  <a:srgbClr val="000000"/>
                </a:solidFill>
                <a:latin typeface="Times New Roman" panose="02020603050405020304"/>
                <a:ea typeface="Times New Roman" panose="02020603050405020304"/>
                <a:cs typeface="Times New Roman" panose="02020603050405020304"/>
              </a:endParaRPr>
            </a:p>
          </p:txBody>
        </p:sp>
      </p:grpSp>
      <p:sp>
        <p:nvSpPr>
          <p:cNvPr id="28" name="A_city_title"/>
          <p:cNvSpPr>
            <a:spLocks noGrp="1"/>
          </p:cNvSpPr>
          <p:nvPr/>
        </p:nvSpPr>
        <p:spPr>
          <a:xfrm>
            <a:off x="1692000" y="44310"/>
            <a:ext cx="4644000" cy="127381"/>
          </a:xfrm>
          <a:prstGeom prst="rect">
            <a:avLst/>
          </a:prstGeom>
          <a:noFill/>
          <a:ln w="0">
            <a:noFill/>
            <a:prstDash val="solid"/>
          </a:ln>
        </p:spPr>
        <p:txBody>
          <a:bodyPr wrap="none" lIns="0" tIns="0" rIns="0" bIns="0" anchor="ctr">
            <a:noAutofit/>
          </a:bodyPr>
          <a:lstStyle>
            <a:defPPr algn="l">
              <a:defRPr sz="850" b="1" i="0">
                <a:solidFill>
                  <a:srgbClr val="000000"/>
                </a:solidFill>
                <a:latin typeface="Times New Roman" panose="02020603050405020304"/>
                <a:ea typeface="Times New Roman" panose="02020603050405020304"/>
                <a:cs typeface="Times New Roman" panose="02020603050405020304"/>
              </a:defRPr>
            </a:defPPr>
          </a:lstStyle>
          <a:p>
            <a:pPr algn="l">
              <a:defRPr sz="850" b="1" i="0">
                <a:solidFill>
                  <a:srgbClr val="000000"/>
                </a:solidFill>
                <a:latin typeface="Times New Roman" panose="02020603050405020304"/>
                <a:ea typeface="Times New Roman" panose="02020603050405020304"/>
                <a:cs typeface="Times New Roman" panose="02020603050405020304"/>
              </a:defRPr>
            </a:pPr>
            <a:r>
              <a:rPr sz="850" b="1" i="0">
                <a:solidFill>
                  <a:srgbClr val="000000"/>
                </a:solidFill>
                <a:latin typeface="Times New Roman" panose="02020603050405020304"/>
                <a:ea typeface="Times New Roman" panose="02020603050405020304"/>
                <a:cs typeface="Times New Roman" panose="02020603050405020304"/>
              </a:rPr>
              <a:t>Chengdu | Grid 601 | Outflow</a:t>
            </a:r>
            <a:endParaRPr sz="850" b="1" i="0">
              <a:solidFill>
                <a:srgbClr val="000000"/>
              </a:solidFill>
              <a:latin typeface="Times New Roman" panose="02020603050405020304"/>
              <a:ea typeface="Times New Roman" panose="02020603050405020304"/>
              <a:cs typeface="Times New Roman" panose="02020603050405020304"/>
            </a:endParaRPr>
          </a:p>
        </p:txBody>
      </p:sp>
      <p:sp>
        <p:nvSpPr>
          <p:cNvPr id="29" name="A_target_sample"/>
          <p:cNvSpPr>
            <a:spLocks noGrp="1"/>
          </p:cNvSpPr>
          <p:nvPr/>
        </p:nvSpPr>
        <p:spPr>
          <a:xfrm>
            <a:off x="1692000" y="252000"/>
            <a:ext cx="180000" cy="36"/>
          </a:xfrm>
          <a:custGeom>
            <a:avLst/>
            <a:gdLst/>
            <a:ahLst/>
            <a:cxnLst/>
            <a:pathLst>
              <a:path w="180000" h="36">
                <a:moveTo>
                  <a:pt x="0" y="0"/>
                </a:moveTo>
                <a:lnTo>
                  <a:pt x="180000" y="0"/>
                </a:lnTo>
              </a:path>
            </a:pathLst>
          </a:custGeom>
          <a:noFill/>
          <a:ln w="14605">
            <a:solidFill>
              <a:srgbClr val="EA700D"/>
            </a:solidFill>
            <a:prstDash val="solid"/>
          </a:ln>
        </p:spPr>
      </p:sp>
      <p:sp>
        <p:nvSpPr>
          <p:cNvPr id="30" name="A_target_label"/>
          <p:cNvSpPr>
            <a:spLocks noGrp="1"/>
          </p:cNvSpPr>
          <p:nvPr/>
        </p:nvSpPr>
        <p:spPr>
          <a:xfrm>
            <a:off x="1922400" y="192056"/>
            <a:ext cx="1548000" cy="119888"/>
          </a:xfrm>
          <a:prstGeom prst="rect">
            <a:avLst/>
          </a:prstGeom>
          <a:noFill/>
          <a:ln w="0">
            <a:noFill/>
            <a:prstDash val="solid"/>
          </a:ln>
        </p:spPr>
        <p:txBody>
          <a:bodyPr wrap="none" lIns="0" tIns="0" rIns="0" bIns="0" anchor="ctr">
            <a:noAutofit/>
          </a:bodyPr>
          <a:lstStyle>
            <a:defPPr algn="l">
              <a:defRPr sz="800" b="0" i="0">
                <a:solidFill>
                  <a:srgbClr val="000000"/>
                </a:solidFill>
                <a:latin typeface="Times New Roman" panose="02020603050405020304"/>
                <a:ea typeface="Times New Roman" panose="02020603050405020304"/>
                <a:cs typeface="Times New Roman" panose="02020603050405020304"/>
              </a:defRPr>
            </a:defPPr>
          </a:lstStyle>
          <a:p>
            <a:pPr algn="l">
              <a:defRPr sz="800" b="0" i="0">
                <a:solidFill>
                  <a:srgbClr val="000000"/>
                </a:solidFill>
                <a:latin typeface="Times New Roman" panose="02020603050405020304"/>
                <a:ea typeface="Times New Roman" panose="02020603050405020304"/>
                <a:cs typeface="Times New Roman" panose="02020603050405020304"/>
              </a:defRPr>
            </a:pPr>
            <a:r>
              <a:rPr sz="800" b="0" i="0">
                <a:solidFill>
                  <a:srgbClr val="000000"/>
                </a:solidFill>
                <a:latin typeface="Times New Roman" panose="02020603050405020304"/>
                <a:ea typeface="Times New Roman" panose="02020603050405020304"/>
                <a:cs typeface="Times New Roman" panose="02020603050405020304"/>
              </a:rPr>
              <a:t>Observed target flow</a:t>
            </a:r>
            <a:endParaRPr sz="800" b="0" i="0">
              <a:solidFill>
                <a:srgbClr val="000000"/>
              </a:solidFill>
              <a:latin typeface="Times New Roman" panose="02020603050405020304"/>
              <a:ea typeface="Times New Roman" panose="02020603050405020304"/>
              <a:cs typeface="Times New Roman" panose="02020603050405020304"/>
            </a:endParaRPr>
          </a:p>
        </p:txBody>
      </p:sp>
      <p:sp>
        <p:nvSpPr>
          <p:cNvPr id="31" name="A_reference_sample"/>
          <p:cNvSpPr>
            <a:spLocks noGrp="1"/>
          </p:cNvSpPr>
          <p:nvPr/>
        </p:nvSpPr>
        <p:spPr>
          <a:xfrm>
            <a:off x="3456000" y="252000"/>
            <a:ext cx="180000" cy="36"/>
          </a:xfrm>
          <a:custGeom>
            <a:avLst/>
            <a:gdLst/>
            <a:ahLst/>
            <a:cxnLst/>
            <a:pathLst>
              <a:path w="180000" h="36">
                <a:moveTo>
                  <a:pt x="0" y="0"/>
                </a:moveTo>
                <a:lnTo>
                  <a:pt x="180000" y="0"/>
                </a:lnTo>
              </a:path>
            </a:pathLst>
          </a:custGeom>
          <a:noFill/>
          <a:ln w="14605">
            <a:solidFill>
              <a:srgbClr val="0070C0"/>
            </a:solidFill>
            <a:prstDash val="dash"/>
          </a:ln>
        </p:spPr>
      </p:sp>
      <p:sp>
        <p:nvSpPr>
          <p:cNvPr id="32" name="A_reference_label"/>
          <p:cNvSpPr>
            <a:spLocks noGrp="1"/>
          </p:cNvSpPr>
          <p:nvPr/>
        </p:nvSpPr>
        <p:spPr>
          <a:xfrm>
            <a:off x="3686400" y="192056"/>
            <a:ext cx="2628000" cy="119888"/>
          </a:xfrm>
          <a:prstGeom prst="rect">
            <a:avLst/>
          </a:prstGeom>
          <a:noFill/>
          <a:ln w="0">
            <a:noFill/>
            <a:prstDash val="solid"/>
          </a:ln>
        </p:spPr>
        <p:txBody>
          <a:bodyPr wrap="none" lIns="0" tIns="0" rIns="0" bIns="0" anchor="ctr">
            <a:noAutofit/>
          </a:bodyPr>
          <a:lstStyle>
            <a:defPPr algn="l">
              <a:defRPr sz="800" b="0" i="0">
                <a:solidFill>
                  <a:srgbClr val="000000"/>
                </a:solidFill>
                <a:latin typeface="Times New Roman" panose="02020603050405020304"/>
                <a:ea typeface="Times New Roman" panose="02020603050405020304"/>
                <a:cs typeface="Times New Roman" panose="02020603050405020304"/>
              </a:defRPr>
            </a:defPPr>
          </a:lstStyle>
          <a:p>
            <a:pPr algn="l">
              <a:defRPr sz="800" b="0" i="0">
                <a:solidFill>
                  <a:srgbClr val="000000"/>
                </a:solidFill>
                <a:latin typeface="Times New Roman" panose="02020603050405020304"/>
                <a:ea typeface="Times New Roman" panose="02020603050405020304"/>
                <a:cs typeface="Times New Roman" panose="02020603050405020304"/>
              </a:defRPr>
            </a:pPr>
            <a:r>
              <a:rPr sz="800" b="0" i="0">
                <a:solidFill>
                  <a:srgbClr val="000000"/>
                </a:solidFill>
                <a:latin typeface="Times New Roman" panose="02020603050405020304"/>
                <a:ea typeface="Times New Roman" panose="02020603050405020304"/>
                <a:cs typeface="Times New Roman" panose="02020603050405020304"/>
              </a:rPr>
              <a:t>Historical weekday reference</a:t>
            </a:r>
            <a:endParaRPr sz="800" b="0" i="0">
              <a:solidFill>
                <a:srgbClr val="000000"/>
              </a:solidFill>
              <a:latin typeface="Times New Roman" panose="02020603050405020304"/>
              <a:ea typeface="Times New Roman" panose="02020603050405020304"/>
              <a:cs typeface="Times New Roman" panose="02020603050405020304"/>
            </a:endParaRPr>
          </a:p>
        </p:txBody>
      </p:sp>
      <p:sp>
        <p:nvSpPr>
          <p:cNvPr id="33" name="A_deviation_window"/>
          <p:cNvSpPr>
            <a:spLocks noGrp="1"/>
          </p:cNvSpPr>
          <p:nvPr/>
        </p:nvSpPr>
        <p:spPr>
          <a:xfrm>
            <a:off x="5336250" y="432000"/>
            <a:ext cx="96750" cy="1080000"/>
          </a:xfrm>
          <a:prstGeom prst="rect">
            <a:avLst/>
          </a:prstGeom>
          <a:solidFill>
            <a:srgbClr val="FCE8D3"/>
          </a:solidFill>
          <a:ln w="0">
            <a:noFill/>
            <a:prstDash val="solid"/>
          </a:ln>
        </p:spPr>
      </p:sp>
      <p:sp>
        <p:nvSpPr>
          <p:cNvPr id="34" name="A_ytick_0"/>
          <p:cNvSpPr>
            <a:spLocks noGrp="1"/>
          </p:cNvSpPr>
          <p:nvPr/>
        </p:nvSpPr>
        <p:spPr>
          <a:xfrm>
            <a:off x="1661400" y="151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35" name="A_ylabel_0"/>
          <p:cNvSpPr>
            <a:spLocks noGrp="1"/>
          </p:cNvSpPr>
          <p:nvPr/>
        </p:nvSpPr>
        <p:spPr>
          <a:xfrm>
            <a:off x="1461600" y="145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36" name="A_grid_5"/>
          <p:cNvSpPr>
            <a:spLocks noGrp="1"/>
          </p:cNvSpPr>
          <p:nvPr/>
        </p:nvSpPr>
        <p:spPr>
          <a:xfrm>
            <a:off x="1692000" y="1332000"/>
            <a:ext cx="4644000" cy="36"/>
          </a:xfrm>
          <a:custGeom>
            <a:avLst/>
            <a:gdLst/>
            <a:ahLst/>
            <a:cxnLst/>
            <a:pathLst>
              <a:path w="4644000" h="36">
                <a:moveTo>
                  <a:pt x="0" y="0"/>
                </a:moveTo>
                <a:lnTo>
                  <a:pt x="4644000" y="0"/>
                </a:lnTo>
              </a:path>
            </a:pathLst>
          </a:custGeom>
          <a:noFill/>
          <a:ln w="4445">
            <a:solidFill>
              <a:srgbClr val="E6E6E6"/>
            </a:solidFill>
            <a:prstDash val="solid"/>
          </a:ln>
        </p:spPr>
      </p:sp>
      <p:sp>
        <p:nvSpPr>
          <p:cNvPr id="37" name="A_ytick_5"/>
          <p:cNvSpPr>
            <a:spLocks noGrp="1"/>
          </p:cNvSpPr>
          <p:nvPr/>
        </p:nvSpPr>
        <p:spPr>
          <a:xfrm>
            <a:off x="1661400" y="133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38" name="A_ylabel_5"/>
          <p:cNvSpPr>
            <a:spLocks noGrp="1"/>
          </p:cNvSpPr>
          <p:nvPr/>
        </p:nvSpPr>
        <p:spPr>
          <a:xfrm>
            <a:off x="1461600" y="127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39" name="A_grid_10"/>
          <p:cNvSpPr>
            <a:spLocks noGrp="1"/>
          </p:cNvSpPr>
          <p:nvPr/>
        </p:nvSpPr>
        <p:spPr>
          <a:xfrm>
            <a:off x="1692000" y="1152000"/>
            <a:ext cx="4644000" cy="36"/>
          </a:xfrm>
          <a:custGeom>
            <a:avLst/>
            <a:gdLst/>
            <a:ahLst/>
            <a:cxnLst/>
            <a:pathLst>
              <a:path w="4644000" h="36">
                <a:moveTo>
                  <a:pt x="0" y="0"/>
                </a:moveTo>
                <a:lnTo>
                  <a:pt x="4644000" y="0"/>
                </a:lnTo>
              </a:path>
            </a:pathLst>
          </a:custGeom>
          <a:noFill/>
          <a:ln w="4445">
            <a:solidFill>
              <a:srgbClr val="E6E6E6"/>
            </a:solidFill>
            <a:prstDash val="solid"/>
          </a:ln>
        </p:spPr>
      </p:sp>
      <p:sp>
        <p:nvSpPr>
          <p:cNvPr id="40" name="A_ytick_10"/>
          <p:cNvSpPr>
            <a:spLocks noGrp="1"/>
          </p:cNvSpPr>
          <p:nvPr/>
        </p:nvSpPr>
        <p:spPr>
          <a:xfrm>
            <a:off x="1661400" y="115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41" name="A_ylabel_10"/>
          <p:cNvSpPr>
            <a:spLocks noGrp="1"/>
          </p:cNvSpPr>
          <p:nvPr/>
        </p:nvSpPr>
        <p:spPr>
          <a:xfrm>
            <a:off x="1461600" y="109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42" name="A_grid_15"/>
          <p:cNvSpPr>
            <a:spLocks noGrp="1"/>
          </p:cNvSpPr>
          <p:nvPr/>
        </p:nvSpPr>
        <p:spPr>
          <a:xfrm>
            <a:off x="1692000" y="972000"/>
            <a:ext cx="4644000" cy="36"/>
          </a:xfrm>
          <a:custGeom>
            <a:avLst/>
            <a:gdLst/>
            <a:ahLst/>
            <a:cxnLst/>
            <a:pathLst>
              <a:path w="4644000" h="36">
                <a:moveTo>
                  <a:pt x="0" y="0"/>
                </a:moveTo>
                <a:lnTo>
                  <a:pt x="4644000" y="0"/>
                </a:lnTo>
              </a:path>
            </a:pathLst>
          </a:custGeom>
          <a:noFill/>
          <a:ln w="4445">
            <a:solidFill>
              <a:srgbClr val="E6E6E6"/>
            </a:solidFill>
            <a:prstDash val="solid"/>
          </a:ln>
        </p:spPr>
      </p:sp>
      <p:sp>
        <p:nvSpPr>
          <p:cNvPr id="43" name="A_ytick_15"/>
          <p:cNvSpPr>
            <a:spLocks noGrp="1"/>
          </p:cNvSpPr>
          <p:nvPr/>
        </p:nvSpPr>
        <p:spPr>
          <a:xfrm>
            <a:off x="1661400" y="97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44" name="A_ylabel_15"/>
          <p:cNvSpPr>
            <a:spLocks noGrp="1"/>
          </p:cNvSpPr>
          <p:nvPr/>
        </p:nvSpPr>
        <p:spPr>
          <a:xfrm>
            <a:off x="1461600" y="91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45" name="A_grid_20"/>
          <p:cNvSpPr>
            <a:spLocks noGrp="1"/>
          </p:cNvSpPr>
          <p:nvPr/>
        </p:nvSpPr>
        <p:spPr>
          <a:xfrm>
            <a:off x="1692000" y="792000"/>
            <a:ext cx="4644000" cy="36"/>
          </a:xfrm>
          <a:custGeom>
            <a:avLst/>
            <a:gdLst/>
            <a:ahLst/>
            <a:cxnLst/>
            <a:pathLst>
              <a:path w="4644000" h="36">
                <a:moveTo>
                  <a:pt x="0" y="0"/>
                </a:moveTo>
                <a:lnTo>
                  <a:pt x="4644000" y="0"/>
                </a:lnTo>
              </a:path>
            </a:pathLst>
          </a:custGeom>
          <a:noFill/>
          <a:ln w="4445">
            <a:solidFill>
              <a:srgbClr val="E6E6E6"/>
            </a:solidFill>
            <a:prstDash val="solid"/>
          </a:ln>
        </p:spPr>
      </p:sp>
      <p:sp>
        <p:nvSpPr>
          <p:cNvPr id="46" name="A_ytick_20"/>
          <p:cNvSpPr>
            <a:spLocks noGrp="1"/>
          </p:cNvSpPr>
          <p:nvPr/>
        </p:nvSpPr>
        <p:spPr>
          <a:xfrm>
            <a:off x="1661400" y="79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47" name="A_ylabel_20"/>
          <p:cNvSpPr>
            <a:spLocks noGrp="1"/>
          </p:cNvSpPr>
          <p:nvPr/>
        </p:nvSpPr>
        <p:spPr>
          <a:xfrm>
            <a:off x="1461600" y="73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20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48" name="A_grid_25"/>
          <p:cNvSpPr>
            <a:spLocks noGrp="1"/>
          </p:cNvSpPr>
          <p:nvPr/>
        </p:nvSpPr>
        <p:spPr>
          <a:xfrm>
            <a:off x="1692000" y="612000"/>
            <a:ext cx="4644000" cy="36"/>
          </a:xfrm>
          <a:custGeom>
            <a:avLst/>
            <a:gdLst/>
            <a:ahLst/>
            <a:cxnLst/>
            <a:pathLst>
              <a:path w="4644000" h="36">
                <a:moveTo>
                  <a:pt x="0" y="0"/>
                </a:moveTo>
                <a:lnTo>
                  <a:pt x="4644000" y="0"/>
                </a:lnTo>
              </a:path>
            </a:pathLst>
          </a:custGeom>
          <a:noFill/>
          <a:ln w="4445">
            <a:solidFill>
              <a:srgbClr val="E6E6E6"/>
            </a:solidFill>
            <a:prstDash val="solid"/>
          </a:ln>
        </p:spPr>
      </p:sp>
      <p:sp>
        <p:nvSpPr>
          <p:cNvPr id="49" name="A_ytick_25"/>
          <p:cNvSpPr>
            <a:spLocks noGrp="1"/>
          </p:cNvSpPr>
          <p:nvPr/>
        </p:nvSpPr>
        <p:spPr>
          <a:xfrm>
            <a:off x="1661400" y="61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50" name="A_ylabel_25"/>
          <p:cNvSpPr>
            <a:spLocks noGrp="1"/>
          </p:cNvSpPr>
          <p:nvPr/>
        </p:nvSpPr>
        <p:spPr>
          <a:xfrm>
            <a:off x="1461600" y="55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25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51" name="A_grid_30"/>
          <p:cNvSpPr>
            <a:spLocks noGrp="1"/>
          </p:cNvSpPr>
          <p:nvPr/>
        </p:nvSpPr>
        <p:spPr>
          <a:xfrm>
            <a:off x="1692000" y="432000"/>
            <a:ext cx="4644000" cy="36"/>
          </a:xfrm>
          <a:custGeom>
            <a:avLst/>
            <a:gdLst/>
            <a:ahLst/>
            <a:cxnLst/>
            <a:pathLst>
              <a:path w="4644000" h="36">
                <a:moveTo>
                  <a:pt x="0" y="0"/>
                </a:moveTo>
                <a:lnTo>
                  <a:pt x="4644000" y="0"/>
                </a:lnTo>
              </a:path>
            </a:pathLst>
          </a:custGeom>
          <a:noFill/>
          <a:ln w="4445">
            <a:solidFill>
              <a:srgbClr val="E6E6E6"/>
            </a:solidFill>
            <a:prstDash val="solid"/>
          </a:ln>
        </p:spPr>
      </p:sp>
      <p:sp>
        <p:nvSpPr>
          <p:cNvPr id="52" name="A_ytick_30"/>
          <p:cNvSpPr>
            <a:spLocks noGrp="1"/>
          </p:cNvSpPr>
          <p:nvPr/>
        </p:nvSpPr>
        <p:spPr>
          <a:xfrm>
            <a:off x="1661400" y="43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53" name="A_ylabel_30"/>
          <p:cNvSpPr>
            <a:spLocks noGrp="1"/>
          </p:cNvSpPr>
          <p:nvPr/>
        </p:nvSpPr>
        <p:spPr>
          <a:xfrm>
            <a:off x="1461600" y="37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54" name="A_yaxis"/>
          <p:cNvSpPr>
            <a:spLocks noGrp="1"/>
          </p:cNvSpPr>
          <p:nvPr/>
        </p:nvSpPr>
        <p:spPr>
          <a:xfrm>
            <a:off x="1692000" y="432000"/>
            <a:ext cx="36" cy="1080000"/>
          </a:xfrm>
          <a:custGeom>
            <a:avLst/>
            <a:gdLst/>
            <a:ahLst/>
            <a:cxnLst/>
            <a:pathLst>
              <a:path w="36" h="1080000">
                <a:moveTo>
                  <a:pt x="0" y="0"/>
                </a:moveTo>
                <a:lnTo>
                  <a:pt x="0" y="1080000"/>
                </a:lnTo>
              </a:path>
            </a:pathLst>
          </a:custGeom>
          <a:noFill/>
          <a:ln w="8890">
            <a:solidFill>
              <a:srgbClr val="000000"/>
            </a:solidFill>
            <a:prstDash val="solid"/>
          </a:ln>
        </p:spPr>
      </p:sp>
      <p:sp>
        <p:nvSpPr>
          <p:cNvPr id="55" name="A_xaxis"/>
          <p:cNvSpPr>
            <a:spLocks noGrp="1"/>
          </p:cNvSpPr>
          <p:nvPr/>
        </p:nvSpPr>
        <p:spPr>
          <a:xfrm>
            <a:off x="1692000" y="1512000"/>
            <a:ext cx="4644000" cy="36"/>
          </a:xfrm>
          <a:custGeom>
            <a:avLst/>
            <a:gdLst/>
            <a:ahLst/>
            <a:cxnLst/>
            <a:pathLst>
              <a:path w="4644000" h="36">
                <a:moveTo>
                  <a:pt x="0" y="0"/>
                </a:moveTo>
                <a:lnTo>
                  <a:pt x="4644000" y="0"/>
                </a:lnTo>
              </a:path>
            </a:pathLst>
          </a:custGeom>
          <a:noFill/>
          <a:ln w="8890">
            <a:solidFill>
              <a:srgbClr val="000000"/>
            </a:solidFill>
            <a:prstDash val="solid"/>
          </a:ln>
        </p:spPr>
      </p:sp>
      <p:sp>
        <p:nvSpPr>
          <p:cNvPr id="56" name="A_xtick_0"/>
          <p:cNvSpPr>
            <a:spLocks noGrp="1"/>
          </p:cNvSpPr>
          <p:nvPr/>
        </p:nvSpPr>
        <p:spPr>
          <a:xfrm>
            <a:off x="1692000" y="15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57" name="A_xlabel_0"/>
          <p:cNvSpPr>
            <a:spLocks noGrp="1"/>
          </p:cNvSpPr>
          <p:nvPr/>
        </p:nvSpPr>
        <p:spPr>
          <a:xfrm>
            <a:off x="1548000" y="1549549"/>
            <a:ext cx="288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Nov 22</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58" name="A_xtick_1"/>
          <p:cNvSpPr>
            <a:spLocks noGrp="1"/>
          </p:cNvSpPr>
          <p:nvPr/>
        </p:nvSpPr>
        <p:spPr>
          <a:xfrm>
            <a:off x="3240000" y="15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59" name="A_xlabel_1"/>
          <p:cNvSpPr>
            <a:spLocks noGrp="1"/>
          </p:cNvSpPr>
          <p:nvPr/>
        </p:nvSpPr>
        <p:spPr>
          <a:xfrm>
            <a:off x="3096000" y="1549549"/>
            <a:ext cx="288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Nov 23</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60" name="A_xtick_2"/>
          <p:cNvSpPr>
            <a:spLocks noGrp="1"/>
          </p:cNvSpPr>
          <p:nvPr/>
        </p:nvSpPr>
        <p:spPr>
          <a:xfrm>
            <a:off x="4788000" y="15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61" name="A_xlabel_2"/>
          <p:cNvSpPr>
            <a:spLocks noGrp="1"/>
          </p:cNvSpPr>
          <p:nvPr/>
        </p:nvSpPr>
        <p:spPr>
          <a:xfrm>
            <a:off x="4644000" y="1549549"/>
            <a:ext cx="288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Nov 24</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62" name="A_xtick_3"/>
          <p:cNvSpPr>
            <a:spLocks noGrp="1"/>
          </p:cNvSpPr>
          <p:nvPr/>
        </p:nvSpPr>
        <p:spPr>
          <a:xfrm>
            <a:off x="6336000" y="15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63" name="A_xlabel_3"/>
          <p:cNvSpPr>
            <a:spLocks noGrp="1"/>
          </p:cNvSpPr>
          <p:nvPr/>
        </p:nvSpPr>
        <p:spPr>
          <a:xfrm>
            <a:off x="6192000" y="1549549"/>
            <a:ext cx="288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Nov 25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64" name="A_day_boundary_24"/>
          <p:cNvSpPr>
            <a:spLocks noGrp="1"/>
          </p:cNvSpPr>
          <p:nvPr/>
        </p:nvSpPr>
        <p:spPr>
          <a:xfrm>
            <a:off x="3240000" y="432000"/>
            <a:ext cx="36" cy="1080000"/>
          </a:xfrm>
          <a:custGeom>
            <a:avLst/>
            <a:gdLst/>
            <a:ahLst/>
            <a:cxnLst/>
            <a:pathLst>
              <a:path w="36" h="1080000">
                <a:moveTo>
                  <a:pt x="0" y="0"/>
                </a:moveTo>
                <a:lnTo>
                  <a:pt x="0" y="1080000"/>
                </a:lnTo>
              </a:path>
            </a:pathLst>
          </a:custGeom>
          <a:noFill/>
          <a:ln w="5080">
            <a:solidFill>
              <a:srgbClr val="E6E6E6"/>
            </a:solidFill>
            <a:prstDash val="dash"/>
          </a:ln>
        </p:spPr>
      </p:sp>
      <p:sp>
        <p:nvSpPr>
          <p:cNvPr id="65" name="A_day_boundary_48"/>
          <p:cNvSpPr>
            <a:spLocks noGrp="1"/>
          </p:cNvSpPr>
          <p:nvPr/>
        </p:nvSpPr>
        <p:spPr>
          <a:xfrm>
            <a:off x="4788000" y="432000"/>
            <a:ext cx="36" cy="1080000"/>
          </a:xfrm>
          <a:custGeom>
            <a:avLst/>
            <a:gdLst/>
            <a:ahLst/>
            <a:cxnLst/>
            <a:pathLst>
              <a:path w="36" h="1080000">
                <a:moveTo>
                  <a:pt x="0" y="0"/>
                </a:moveTo>
                <a:lnTo>
                  <a:pt x="0" y="1080000"/>
                </a:lnTo>
              </a:path>
            </a:pathLst>
          </a:custGeom>
          <a:noFill/>
          <a:ln w="5080">
            <a:solidFill>
              <a:srgbClr val="E6E6E6"/>
            </a:solidFill>
            <a:prstDash val="dash"/>
          </a:ln>
        </p:spPr>
      </p:sp>
      <p:graphicFrame>
        <p:nvGraphicFramePr>
          <p:cNvPr id="66" name="Chart"/>
          <p:cNvGraphicFramePr/>
          <p:nvPr/>
        </p:nvGraphicFramePr>
        <p:xfrm>
          <a:off x="1692000" y="432000"/>
          <a:ext cx="4644000" cy="1080000"/>
        </p:xfrm>
        <a:graphic>
          <a:graphicData uri="http://schemas.openxmlformats.org/drawingml/2006/chart">
            <c:chart xmlns:c="http://schemas.openxmlformats.org/drawingml/2006/chart" xmlns:r="http://schemas.openxmlformats.org/officeDocument/2006/relationships" r:id="rId1"/>
          </a:graphicData>
        </a:graphic>
      </p:graphicFrame>
      <p:sp>
        <p:nvSpPr>
          <p:cNvPr id="67" name="A_vertical_unit"/>
          <p:cNvSpPr>
            <a:spLocks noGrp="1"/>
          </p:cNvSpPr>
          <p:nvPr/>
        </p:nvSpPr>
        <p:spPr>
          <a:xfrm>
            <a:off x="1375200" y="324000"/>
            <a:ext cx="122400" cy="1296000"/>
          </a:xfrm>
          <a:prstGeom prst="rect">
            <a:avLst/>
          </a:prstGeom>
          <a:noFill/>
          <a:ln w="0">
            <a:noFill/>
            <a:prstDash val="solid"/>
          </a:ln>
        </p:spPr>
        <p:txBody>
          <a:bodyPr vert="vert270" wrap="none" lIns="0" tIns="0" rIns="0" bIns="0" anchor="ctr">
            <a:noAutofit/>
          </a:bodyPr>
          <a:lstStyle>
            <a:defPPr algn="ctr">
              <a:defRPr sz="800" b="0" i="0">
                <a:solidFill>
                  <a:srgbClr val="000000"/>
                </a:solidFill>
                <a:latin typeface="Times New Roman" panose="02020603050405020304"/>
                <a:ea typeface="Times New Roman" panose="02020603050405020304"/>
                <a:cs typeface="Times New Roman" panose="02020603050405020304"/>
              </a:defRPr>
            </a:defPPr>
          </a:lstStyle>
          <a:p>
            <a:pPr algn="ctr">
              <a:defRPr sz="800" b="0" i="0">
                <a:solidFill>
                  <a:srgbClr val="000000"/>
                </a:solidFill>
                <a:latin typeface="Times New Roman" panose="02020603050405020304"/>
                <a:ea typeface="Times New Roman" panose="02020603050405020304"/>
                <a:cs typeface="Times New Roman" panose="02020603050405020304"/>
              </a:defRPr>
            </a:pPr>
            <a:r>
              <a:rPr sz="800" b="0" i="0">
                <a:solidFill>
                  <a:srgbClr val="000000"/>
                </a:solidFill>
                <a:latin typeface="Times New Roman" panose="02020603050405020304"/>
                <a:ea typeface="Times New Roman" panose="02020603050405020304"/>
                <a:cs typeface="Times New Roman" panose="02020603050405020304"/>
              </a:rPr>
              <a:t>Departures / 30 min</a:t>
            </a:r>
            <a:endParaRPr sz="800" b="0" i="0">
              <a:solidFill>
                <a:srgbClr val="000000"/>
              </a:solidFill>
              <a:latin typeface="Times New Roman" panose="02020603050405020304"/>
              <a:ea typeface="Times New Roman" panose="02020603050405020304"/>
              <a:cs typeface="Times New Roman" panose="02020603050405020304"/>
            </a:endParaRPr>
          </a:p>
        </p:txBody>
      </p:sp>
      <p:sp>
        <p:nvSpPr>
          <p:cNvPr id="68" name="A_deviation_amount"/>
          <p:cNvSpPr>
            <a:spLocks noGrp="1"/>
          </p:cNvSpPr>
          <p:nvPr/>
        </p:nvSpPr>
        <p:spPr>
          <a:xfrm>
            <a:off x="4730850" y="462056"/>
            <a:ext cx="540000" cy="119888"/>
          </a:xfrm>
          <a:prstGeom prst="rect">
            <a:avLst/>
          </a:prstGeom>
          <a:noFill/>
          <a:ln w="0">
            <a:noFill/>
            <a:prstDash val="solid"/>
          </a:ln>
        </p:spPr>
        <p:txBody>
          <a:bodyPr wrap="none" lIns="0" tIns="0" rIns="0" bIns="0" anchor="ctr">
            <a:noAutofit/>
          </a:bodyPr>
          <a:lstStyle>
            <a:defPPr algn="ctr">
              <a:defRPr sz="800" b="1" i="0">
                <a:solidFill>
                  <a:srgbClr val="EA700D"/>
                </a:solidFill>
                <a:latin typeface="Times New Roman" panose="02020603050405020304"/>
                <a:ea typeface="Times New Roman" panose="02020603050405020304"/>
                <a:cs typeface="Times New Roman" panose="02020603050405020304"/>
              </a:defRPr>
            </a:defPPr>
          </a:lstStyle>
          <a:p>
            <a:pPr algn="ctr">
              <a:defRPr sz="800" b="1" i="0">
                <a:solidFill>
                  <a:srgbClr val="EA700D"/>
                </a:solidFill>
                <a:latin typeface="Times New Roman" panose="02020603050405020304"/>
                <a:ea typeface="Times New Roman" panose="02020603050405020304"/>
                <a:cs typeface="Times New Roman" panose="02020603050405020304"/>
              </a:defRPr>
            </a:pPr>
            <a:r>
              <a:rPr sz="800" b="1" i="0">
                <a:solidFill>
                  <a:srgbClr val="EA700D"/>
                </a:solidFill>
                <a:latin typeface="Times New Roman" panose="02020603050405020304"/>
                <a:ea typeface="Times New Roman" panose="02020603050405020304"/>
                <a:cs typeface="Times New Roman" panose="02020603050405020304"/>
              </a:rPr>
              <a:t>+33.3%</a:t>
            </a:r>
            <a:endParaRPr sz="800" b="1" i="0">
              <a:solidFill>
                <a:srgbClr val="EA700D"/>
              </a:solidFill>
              <a:latin typeface="Times New Roman" panose="02020603050405020304"/>
              <a:ea typeface="Times New Roman" panose="02020603050405020304"/>
              <a:cs typeface="Times New Roman" panose="02020603050405020304"/>
            </a:endParaRPr>
          </a:p>
        </p:txBody>
      </p:sp>
      <p:sp>
        <p:nvSpPr>
          <p:cNvPr id="69" name="A_deviation_leader"/>
          <p:cNvSpPr>
            <a:spLocks noGrp="1"/>
          </p:cNvSpPr>
          <p:nvPr/>
        </p:nvSpPr>
        <p:spPr>
          <a:xfrm>
            <a:off x="5187900" y="576000"/>
            <a:ext cx="154800" cy="36000"/>
          </a:xfrm>
          <a:custGeom>
            <a:avLst/>
            <a:gdLst/>
            <a:ahLst/>
            <a:cxnLst/>
            <a:pathLst>
              <a:path w="154800" h="36000">
                <a:moveTo>
                  <a:pt x="0" y="0"/>
                </a:moveTo>
                <a:lnTo>
                  <a:pt x="154800" y="36000"/>
                </a:lnTo>
              </a:path>
            </a:pathLst>
          </a:custGeom>
          <a:noFill/>
          <a:ln w="9525">
            <a:solidFill>
              <a:srgbClr val="EA700D"/>
            </a:solidFill>
            <a:prstDash val="solid"/>
          </a:ln>
        </p:spPr>
      </p:sp>
      <p:sp>
        <p:nvSpPr>
          <p:cNvPr id="70" name="A_time_label"/>
          <p:cNvSpPr>
            <a:spLocks noGrp="1"/>
          </p:cNvSpPr>
          <p:nvPr/>
        </p:nvSpPr>
        <p:spPr>
          <a:xfrm>
            <a:off x="1692000" y="1707802"/>
            <a:ext cx="4644000" cy="112395"/>
          </a:xfrm>
          <a:prstGeom prst="rect">
            <a:avLst/>
          </a:prstGeom>
          <a:noFill/>
          <a:ln w="0">
            <a:noFill/>
            <a:prstDash val="solid"/>
          </a:ln>
        </p:spPr>
        <p:txBody>
          <a:bodyPr wrap="none" lIns="0" tIns="0" rIns="0" bIns="0" anchor="ctr">
            <a:noAutofit/>
          </a:bodyPr>
          <a:lstStyle>
            <a:defPPr algn="ctr">
              <a:defRPr sz="750" b="0" i="0">
                <a:solidFill>
                  <a:srgbClr val="666666"/>
                </a:solidFill>
                <a:latin typeface="Times New Roman" panose="02020603050405020304"/>
                <a:ea typeface="Times New Roman" panose="02020603050405020304"/>
                <a:cs typeface="Times New Roman" panose="02020603050405020304"/>
              </a:defRPr>
            </a:defPPr>
          </a:lstStyle>
          <a:p>
            <a:pPr algn="ctr">
              <a:defRPr sz="750" b="0" i="0">
                <a:solidFill>
                  <a:srgbClr val="666666"/>
                </a:solidFill>
                <a:latin typeface="Times New Roman" panose="02020603050405020304"/>
                <a:ea typeface="Times New Roman" panose="02020603050405020304"/>
                <a:cs typeface="Times New Roman" panose="02020603050405020304"/>
              </a:defRPr>
            </a:pPr>
            <a:r>
              <a:rPr sz="750" b="0" i="0">
                <a:solidFill>
                  <a:srgbClr val="666666"/>
                </a:solidFill>
                <a:latin typeface="Times New Roman" panose="02020603050405020304"/>
                <a:ea typeface="Times New Roman" panose="02020603050405020304"/>
                <a:cs typeface="Times New Roman" panose="02020603050405020304"/>
              </a:rPr>
              <a:t>Local time (UTC+8), November 2016</a:t>
            </a:r>
            <a:endParaRPr sz="750" b="0" i="0">
              <a:solidFill>
                <a:srgbClr val="666666"/>
              </a:solidFill>
              <a:latin typeface="Times New Roman" panose="02020603050405020304"/>
              <a:ea typeface="Times New Roman" panose="02020603050405020304"/>
              <a:cs typeface="Times New Roman" panose="02020603050405020304"/>
            </a:endParaRPr>
          </a:p>
        </p:txBody>
      </p:sp>
      <p:sp>
        <p:nvSpPr>
          <p:cNvPr id="71" name="A_panel_caption"/>
          <p:cNvSpPr>
            <a:spLocks noGrp="1"/>
          </p:cNvSpPr>
          <p:nvPr/>
        </p:nvSpPr>
        <p:spPr>
          <a:xfrm>
            <a:off x="36000" y="1876563"/>
            <a:ext cx="6408000" cy="134874"/>
          </a:xfrm>
          <a:prstGeom prst="rect">
            <a:avLst/>
          </a:prstGeom>
          <a:noFill/>
          <a:ln w="0">
            <a:noFill/>
            <a:prstDash val="solid"/>
          </a:ln>
        </p:spPr>
        <p:txBody>
          <a:bodyPr wrap="none" lIns="0" tIns="0" rIns="0" bIns="0" anchor="ctr">
            <a:noAutofit/>
          </a:bodyPr>
          <a:lstStyle>
            <a:defPPr algn="ctr">
              <a:defRPr sz="900" b="1" i="0">
                <a:solidFill>
                  <a:srgbClr val="000000"/>
                </a:solidFill>
                <a:latin typeface="Times New Roman" panose="02020603050405020304"/>
                <a:ea typeface="Times New Roman" panose="02020603050405020304"/>
                <a:cs typeface="Times New Roman" panose="02020603050405020304"/>
              </a:defRPr>
            </a:defPPr>
          </a:lstStyle>
          <a:p>
            <a:pPr algn="ctr">
              <a:defRPr sz="900" b="1" i="0">
                <a:solidFill>
                  <a:srgbClr val="000000"/>
                </a:solidFill>
                <a:latin typeface="Times New Roman" panose="02020603050405020304"/>
                <a:ea typeface="Times New Roman" panose="02020603050405020304"/>
                <a:cs typeface="Times New Roman" panose="02020603050405020304"/>
              </a:defRPr>
            </a:pPr>
            <a:r>
              <a:rPr sz="900" b="1" i="0">
                <a:solidFill>
                  <a:srgbClr val="000000"/>
                </a:solidFill>
                <a:latin typeface="Times New Roman" panose="02020603050405020304"/>
                <a:ea typeface="Times New Roman" panose="02020603050405020304"/>
                <a:cs typeface="Times New Roman" panose="02020603050405020304"/>
              </a:rPr>
              <a:t>(a) Deviation from the usual pattern</a:t>
            </a:r>
            <a:endParaRPr sz="900" b="1" i="0">
              <a:solidFill>
                <a:srgbClr val="000000"/>
              </a:solidFill>
              <a:latin typeface="Times New Roman" panose="02020603050405020304"/>
              <a:ea typeface="Times New Roman" panose="02020603050405020304"/>
              <a:cs typeface="Times New Roman" panose="02020603050405020304"/>
            </a:endParaRPr>
          </a:p>
        </p:txBody>
      </p:sp>
      <p:sp>
        <p:nvSpPr>
          <p:cNvPr id="72" name="B_self_title"/>
          <p:cNvSpPr>
            <a:spLocks noGrp="1"/>
          </p:cNvSpPr>
          <p:nvPr/>
        </p:nvSpPr>
        <p:spPr>
          <a:xfrm>
            <a:off x="432000" y="2064056"/>
            <a:ext cx="2592000" cy="119888"/>
          </a:xfrm>
          <a:prstGeom prst="rect">
            <a:avLst/>
          </a:prstGeom>
          <a:noFill/>
          <a:ln w="0">
            <a:noFill/>
            <a:prstDash val="solid"/>
          </a:ln>
        </p:spPr>
        <p:txBody>
          <a:bodyPr wrap="none" lIns="0" tIns="0" rIns="0" bIns="0" anchor="ctr">
            <a:noAutofit/>
          </a:bodyPr>
          <a:lstStyle>
            <a:defPPr algn="l">
              <a:defRPr sz="800" b="1" i="0">
                <a:solidFill>
                  <a:srgbClr val="000000"/>
                </a:solidFill>
                <a:latin typeface="Times New Roman" panose="02020603050405020304"/>
                <a:ea typeface="Times New Roman" panose="02020603050405020304"/>
                <a:cs typeface="Times New Roman" panose="02020603050405020304"/>
              </a:defRPr>
            </a:defPPr>
          </a:lstStyle>
          <a:p>
            <a:pPr algn="l">
              <a:defRPr sz="800" b="1" i="0">
                <a:solidFill>
                  <a:srgbClr val="000000"/>
                </a:solidFill>
                <a:latin typeface="Times New Roman" panose="02020603050405020304"/>
                <a:ea typeface="Times New Roman" panose="02020603050405020304"/>
                <a:cs typeface="Times New Roman" panose="02020603050405020304"/>
              </a:defRPr>
            </a:pPr>
            <a:r>
              <a:rPr sz="800" b="1" i="0">
                <a:solidFill>
                  <a:srgbClr val="000000"/>
                </a:solidFill>
                <a:latin typeface="Times New Roman" panose="02020603050405020304"/>
                <a:ea typeface="Times New Roman" panose="02020603050405020304"/>
                <a:cs typeface="Times New Roman" panose="02020603050405020304"/>
              </a:rPr>
              <a:t>Same-region history</a:t>
            </a:r>
            <a:endParaRPr sz="800" b="1" i="0">
              <a:solidFill>
                <a:srgbClr val="000000"/>
              </a:solidFill>
              <a:latin typeface="Times New Roman" panose="02020603050405020304"/>
              <a:ea typeface="Times New Roman" panose="02020603050405020304"/>
              <a:cs typeface="Times New Roman" panose="02020603050405020304"/>
            </a:endParaRPr>
          </a:p>
        </p:txBody>
      </p:sp>
      <p:sp>
        <p:nvSpPr>
          <p:cNvPr id="73" name="B_self_metadata"/>
          <p:cNvSpPr>
            <a:spLocks noGrp="1"/>
          </p:cNvSpPr>
          <p:nvPr/>
        </p:nvSpPr>
        <p:spPr>
          <a:xfrm>
            <a:off x="432000" y="2215549"/>
            <a:ext cx="2664000" cy="104902"/>
          </a:xfrm>
          <a:prstGeom prst="rect">
            <a:avLst/>
          </a:prstGeom>
          <a:noFill/>
          <a:ln w="0">
            <a:noFill/>
            <a:prstDash val="solid"/>
          </a:ln>
        </p:spPr>
        <p:txBody>
          <a:bodyPr wrap="none" lIns="0" tIns="0" rIns="0" bIns="0" anchor="ctr">
            <a:noAutofit/>
          </a:bodyPr>
          <a:lstStyle>
            <a:defPPr algn="l">
              <a:defRPr sz="700" b="0" i="0">
                <a:solidFill>
                  <a:srgbClr val="666666"/>
                </a:solidFill>
                <a:latin typeface="Times New Roman" panose="02020603050405020304"/>
                <a:ea typeface="Times New Roman" panose="02020603050405020304"/>
                <a:cs typeface="Times New Roman" panose="02020603050405020304"/>
              </a:defRPr>
            </a:defPPr>
          </a:lstStyle>
          <a:p>
            <a:pPr algn="l">
              <a:defRPr sz="700" b="0" i="0">
                <a:solidFill>
                  <a:srgbClr val="666666"/>
                </a:solidFill>
                <a:latin typeface="Times New Roman" panose="02020603050405020304"/>
                <a:ea typeface="Times New Roman" panose="02020603050405020304"/>
                <a:cs typeface="Times New Roman" panose="02020603050405020304"/>
              </a:defRPr>
            </a:pPr>
            <a:r>
              <a:rPr sz="700" b="0" i="0">
                <a:solidFill>
                  <a:srgbClr val="666666"/>
                </a:solidFill>
                <a:latin typeface="Times New Roman" panose="02020603050405020304"/>
                <a:ea typeface="Times New Roman" panose="02020603050405020304"/>
                <a:cs typeface="Times New Roman" panose="02020603050405020304"/>
              </a:rPr>
              <a:t>Grid 601 | Nov 24 vs. Nov 18, 08:30–11:30</a:t>
            </a:r>
            <a:endParaRPr sz="700" b="0" i="0">
              <a:solidFill>
                <a:srgbClr val="666666"/>
              </a:solidFill>
              <a:latin typeface="Times New Roman" panose="02020603050405020304"/>
              <a:ea typeface="Times New Roman" panose="02020603050405020304"/>
              <a:cs typeface="Times New Roman" panose="02020603050405020304"/>
            </a:endParaRPr>
          </a:p>
        </p:txBody>
      </p:sp>
      <p:sp>
        <p:nvSpPr>
          <p:cNvPr id="74" name="B_self_target_sample"/>
          <p:cNvSpPr>
            <a:spLocks noGrp="1"/>
          </p:cNvSpPr>
          <p:nvPr/>
        </p:nvSpPr>
        <p:spPr>
          <a:xfrm>
            <a:off x="432000" y="2412000"/>
            <a:ext cx="180000" cy="36"/>
          </a:xfrm>
          <a:custGeom>
            <a:avLst/>
            <a:gdLst/>
            <a:ahLst/>
            <a:cxnLst/>
            <a:pathLst>
              <a:path w="180000" h="36">
                <a:moveTo>
                  <a:pt x="0" y="0"/>
                </a:moveTo>
                <a:lnTo>
                  <a:pt x="180000" y="0"/>
                </a:lnTo>
              </a:path>
            </a:pathLst>
          </a:custGeom>
          <a:noFill/>
          <a:ln w="14605">
            <a:solidFill>
              <a:srgbClr val="EA700D"/>
            </a:solidFill>
            <a:prstDash val="solid"/>
          </a:ln>
        </p:spPr>
      </p:sp>
      <p:sp>
        <p:nvSpPr>
          <p:cNvPr id="75" name="B_self_target_label"/>
          <p:cNvSpPr>
            <a:spLocks noGrp="1"/>
          </p:cNvSpPr>
          <p:nvPr/>
        </p:nvSpPr>
        <p:spPr>
          <a:xfrm>
            <a:off x="662400" y="2355803"/>
            <a:ext cx="1044000" cy="112395"/>
          </a:xfrm>
          <a:prstGeom prst="rect">
            <a:avLst/>
          </a:prstGeom>
          <a:noFill/>
          <a:ln w="0">
            <a:noFill/>
            <a:prstDash val="solid"/>
          </a:ln>
        </p:spPr>
        <p:txBody>
          <a:bodyPr wrap="none" lIns="0" tIns="0" rIns="0" bIns="0" anchor="ctr">
            <a:noAutofit/>
          </a:bodyPr>
          <a:lstStyle>
            <a:defPPr algn="l">
              <a:defRPr sz="750" b="0" i="0">
                <a:solidFill>
                  <a:srgbClr val="000000"/>
                </a:solidFill>
                <a:latin typeface="Times New Roman" panose="02020603050405020304"/>
                <a:ea typeface="Times New Roman" panose="02020603050405020304"/>
                <a:cs typeface="Times New Roman" panose="02020603050405020304"/>
              </a:defRPr>
            </a:defPPr>
          </a:lstStyle>
          <a:p>
            <a:pPr algn="l">
              <a:defRPr sz="750" b="0" i="0">
                <a:solidFill>
                  <a:srgbClr val="000000"/>
                </a:solidFill>
                <a:latin typeface="Times New Roman" panose="02020603050405020304"/>
                <a:ea typeface="Times New Roman" panose="02020603050405020304"/>
                <a:cs typeface="Times New Roman" panose="02020603050405020304"/>
              </a:defRPr>
            </a:pPr>
            <a:r>
              <a:rPr sz="750" b="0" i="0">
                <a:solidFill>
                  <a:srgbClr val="000000"/>
                </a:solidFill>
                <a:latin typeface="Times New Roman" panose="02020603050405020304"/>
                <a:ea typeface="Times New Roman" panose="02020603050405020304"/>
                <a:cs typeface="Times New Roman" panose="02020603050405020304"/>
              </a:rPr>
              <a:t>Nov 24 target</a:t>
            </a:r>
            <a:endParaRPr sz="750" b="0" i="0">
              <a:solidFill>
                <a:srgbClr val="000000"/>
              </a:solidFill>
              <a:latin typeface="Times New Roman" panose="02020603050405020304"/>
              <a:ea typeface="Times New Roman" panose="02020603050405020304"/>
              <a:cs typeface="Times New Roman" panose="02020603050405020304"/>
            </a:endParaRPr>
          </a:p>
        </p:txBody>
      </p:sp>
      <p:sp>
        <p:nvSpPr>
          <p:cNvPr id="76" name="B_self_history_sample"/>
          <p:cNvSpPr>
            <a:spLocks noGrp="1"/>
          </p:cNvSpPr>
          <p:nvPr/>
        </p:nvSpPr>
        <p:spPr>
          <a:xfrm>
            <a:off x="1728000" y="2412000"/>
            <a:ext cx="180000" cy="36"/>
          </a:xfrm>
          <a:custGeom>
            <a:avLst/>
            <a:gdLst/>
            <a:ahLst/>
            <a:cxnLst/>
            <a:pathLst>
              <a:path w="180000" h="36">
                <a:moveTo>
                  <a:pt x="0" y="0"/>
                </a:moveTo>
                <a:lnTo>
                  <a:pt x="180000" y="0"/>
                </a:lnTo>
              </a:path>
            </a:pathLst>
          </a:custGeom>
          <a:noFill/>
          <a:ln w="14605">
            <a:solidFill>
              <a:srgbClr val="0070C0"/>
            </a:solidFill>
            <a:prstDash val="dash"/>
          </a:ln>
        </p:spPr>
      </p:sp>
      <p:sp>
        <p:nvSpPr>
          <p:cNvPr id="77" name="B_self_history_label"/>
          <p:cNvSpPr>
            <a:spLocks noGrp="1"/>
          </p:cNvSpPr>
          <p:nvPr/>
        </p:nvSpPr>
        <p:spPr>
          <a:xfrm>
            <a:off x="1958400" y="2355803"/>
            <a:ext cx="1152000" cy="112395"/>
          </a:xfrm>
          <a:prstGeom prst="rect">
            <a:avLst/>
          </a:prstGeom>
          <a:noFill/>
          <a:ln w="0">
            <a:noFill/>
            <a:prstDash val="solid"/>
          </a:ln>
        </p:spPr>
        <p:txBody>
          <a:bodyPr wrap="none" lIns="0" tIns="0" rIns="0" bIns="0" anchor="ctr">
            <a:noAutofit/>
          </a:bodyPr>
          <a:lstStyle>
            <a:defPPr algn="l">
              <a:defRPr sz="750" b="0" i="0">
                <a:solidFill>
                  <a:srgbClr val="000000"/>
                </a:solidFill>
                <a:latin typeface="Times New Roman" panose="02020603050405020304"/>
                <a:ea typeface="Times New Roman" panose="02020603050405020304"/>
                <a:cs typeface="Times New Roman" panose="02020603050405020304"/>
              </a:defRPr>
            </a:defPPr>
          </a:lstStyle>
          <a:p>
            <a:pPr algn="l">
              <a:defRPr sz="750" b="0" i="0">
                <a:solidFill>
                  <a:srgbClr val="000000"/>
                </a:solidFill>
                <a:latin typeface="Times New Roman" panose="02020603050405020304"/>
                <a:ea typeface="Times New Roman" panose="02020603050405020304"/>
                <a:cs typeface="Times New Roman" panose="02020603050405020304"/>
              </a:defRPr>
            </a:pPr>
            <a:r>
              <a:rPr sz="750" b="0" i="0">
                <a:solidFill>
                  <a:srgbClr val="000000"/>
                </a:solidFill>
                <a:latin typeface="Times New Roman" panose="02020603050405020304"/>
                <a:ea typeface="Times New Roman" panose="02020603050405020304"/>
                <a:cs typeface="Times New Roman" panose="02020603050405020304"/>
              </a:rPr>
              <a:t>Nov 18 history</a:t>
            </a:r>
            <a:endParaRPr sz="750" b="0" i="0">
              <a:solidFill>
                <a:srgbClr val="000000"/>
              </a:solidFill>
              <a:latin typeface="Times New Roman" panose="02020603050405020304"/>
              <a:ea typeface="Times New Roman" panose="02020603050405020304"/>
              <a:cs typeface="Times New Roman" panose="02020603050405020304"/>
            </a:endParaRPr>
          </a:p>
        </p:txBody>
      </p:sp>
      <p:sp>
        <p:nvSpPr>
          <p:cNvPr id="78" name="B_cross_title"/>
          <p:cNvSpPr>
            <a:spLocks noGrp="1"/>
          </p:cNvSpPr>
          <p:nvPr/>
        </p:nvSpPr>
        <p:spPr>
          <a:xfrm>
            <a:off x="432000" y="3720056"/>
            <a:ext cx="2592000" cy="119888"/>
          </a:xfrm>
          <a:prstGeom prst="rect">
            <a:avLst/>
          </a:prstGeom>
          <a:noFill/>
          <a:ln w="0">
            <a:noFill/>
            <a:prstDash val="solid"/>
          </a:ln>
        </p:spPr>
        <p:txBody>
          <a:bodyPr wrap="none" lIns="0" tIns="0" rIns="0" bIns="0" anchor="ctr">
            <a:noAutofit/>
          </a:bodyPr>
          <a:lstStyle>
            <a:defPPr algn="l">
              <a:defRPr sz="800" b="1" i="0">
                <a:solidFill>
                  <a:srgbClr val="000000"/>
                </a:solidFill>
                <a:latin typeface="Times New Roman" panose="02020603050405020304"/>
                <a:ea typeface="Times New Roman" panose="02020603050405020304"/>
                <a:cs typeface="Times New Roman" panose="02020603050405020304"/>
              </a:defRPr>
            </a:defPPr>
          </a:lstStyle>
          <a:p>
            <a:pPr algn="l">
              <a:defRPr sz="800" b="1" i="0">
                <a:solidFill>
                  <a:srgbClr val="000000"/>
                </a:solidFill>
                <a:latin typeface="Times New Roman" panose="02020603050405020304"/>
                <a:ea typeface="Times New Roman" panose="02020603050405020304"/>
                <a:cs typeface="Times New Roman" panose="02020603050405020304"/>
              </a:defRPr>
            </a:pPr>
            <a:r>
              <a:rPr sz="800" b="1" i="0">
                <a:solidFill>
                  <a:srgbClr val="000000"/>
                </a:solidFill>
                <a:latin typeface="Times New Roman" panose="02020603050405020304"/>
                <a:ea typeface="Times New Roman" panose="02020603050405020304"/>
                <a:cs typeface="Times New Roman" panose="02020603050405020304"/>
              </a:rPr>
              <a:t>Cross-region lagged history</a:t>
            </a:r>
            <a:endParaRPr sz="800" b="1" i="0">
              <a:solidFill>
                <a:srgbClr val="000000"/>
              </a:solidFill>
              <a:latin typeface="Times New Roman" panose="02020603050405020304"/>
              <a:ea typeface="Times New Roman" panose="02020603050405020304"/>
              <a:cs typeface="Times New Roman" panose="02020603050405020304"/>
            </a:endParaRPr>
          </a:p>
        </p:txBody>
      </p:sp>
      <p:sp>
        <p:nvSpPr>
          <p:cNvPr id="79" name="B_cross_metadata"/>
          <p:cNvSpPr>
            <a:spLocks noGrp="1"/>
          </p:cNvSpPr>
          <p:nvPr/>
        </p:nvSpPr>
        <p:spPr>
          <a:xfrm>
            <a:off x="432000" y="3871549"/>
            <a:ext cx="2664000" cy="104902"/>
          </a:xfrm>
          <a:prstGeom prst="rect">
            <a:avLst/>
          </a:prstGeom>
          <a:noFill/>
          <a:ln w="0">
            <a:noFill/>
            <a:prstDash val="solid"/>
          </a:ln>
        </p:spPr>
        <p:txBody>
          <a:bodyPr wrap="none" lIns="0" tIns="0" rIns="0" bIns="0" anchor="ctr">
            <a:noAutofit/>
          </a:bodyPr>
          <a:lstStyle>
            <a:defPPr algn="l">
              <a:defRPr sz="700" b="0" i="0">
                <a:solidFill>
                  <a:srgbClr val="666666"/>
                </a:solidFill>
                <a:latin typeface="Times New Roman" panose="02020603050405020304"/>
                <a:ea typeface="Times New Roman" panose="02020603050405020304"/>
                <a:cs typeface="Times New Roman" panose="02020603050405020304"/>
              </a:defRPr>
            </a:defPPr>
          </a:lstStyle>
          <a:p>
            <a:pPr algn="l">
              <a:defRPr sz="700" b="0" i="0">
                <a:solidFill>
                  <a:srgbClr val="666666"/>
                </a:solidFill>
                <a:latin typeface="Times New Roman" panose="02020603050405020304"/>
                <a:ea typeface="Times New Roman" panose="02020603050405020304"/>
                <a:cs typeface="Times New Roman" panose="02020603050405020304"/>
              </a:defRPr>
            </a:pPr>
            <a:r>
              <a:rPr sz="700" b="0" i="0">
                <a:solidFill>
                  <a:srgbClr val="666666"/>
                </a:solidFill>
                <a:latin typeface="Times New Roman" panose="02020603050405020304"/>
                <a:ea typeface="Times New Roman" panose="02020603050405020304"/>
                <a:cs typeface="Times New Roman" panose="02020603050405020304"/>
              </a:rPr>
              <a:t>Nov 24 | Grid 600 leads Grid 601 by 30 min</a:t>
            </a:r>
            <a:endParaRPr sz="700" b="0" i="0">
              <a:solidFill>
                <a:srgbClr val="666666"/>
              </a:solidFill>
              <a:latin typeface="Times New Roman" panose="02020603050405020304"/>
              <a:ea typeface="Times New Roman" panose="02020603050405020304"/>
              <a:cs typeface="Times New Roman" panose="02020603050405020304"/>
            </a:endParaRPr>
          </a:p>
        </p:txBody>
      </p:sp>
      <p:sp>
        <p:nvSpPr>
          <p:cNvPr id="80" name="B_cross_target_sample"/>
          <p:cNvSpPr>
            <a:spLocks noGrp="1"/>
          </p:cNvSpPr>
          <p:nvPr/>
        </p:nvSpPr>
        <p:spPr>
          <a:xfrm>
            <a:off x="432000" y="4068000"/>
            <a:ext cx="180000" cy="36"/>
          </a:xfrm>
          <a:custGeom>
            <a:avLst/>
            <a:gdLst/>
            <a:ahLst/>
            <a:cxnLst/>
            <a:pathLst>
              <a:path w="180000" h="36">
                <a:moveTo>
                  <a:pt x="0" y="0"/>
                </a:moveTo>
                <a:lnTo>
                  <a:pt x="180000" y="0"/>
                </a:lnTo>
              </a:path>
            </a:pathLst>
          </a:custGeom>
          <a:noFill/>
          <a:ln w="14605">
            <a:solidFill>
              <a:srgbClr val="EA700D"/>
            </a:solidFill>
            <a:prstDash val="solid"/>
          </a:ln>
        </p:spPr>
      </p:sp>
      <p:sp>
        <p:nvSpPr>
          <p:cNvPr id="81" name="B_cross_target_label"/>
          <p:cNvSpPr>
            <a:spLocks noGrp="1"/>
          </p:cNvSpPr>
          <p:nvPr/>
        </p:nvSpPr>
        <p:spPr>
          <a:xfrm>
            <a:off x="662400" y="4011803"/>
            <a:ext cx="1044000" cy="112395"/>
          </a:xfrm>
          <a:prstGeom prst="rect">
            <a:avLst/>
          </a:prstGeom>
          <a:noFill/>
          <a:ln w="0">
            <a:noFill/>
            <a:prstDash val="solid"/>
          </a:ln>
        </p:spPr>
        <p:txBody>
          <a:bodyPr wrap="none" lIns="0" tIns="0" rIns="0" bIns="0" anchor="ctr">
            <a:noAutofit/>
          </a:bodyPr>
          <a:lstStyle>
            <a:defPPr algn="l">
              <a:defRPr sz="750" b="0" i="0">
                <a:solidFill>
                  <a:srgbClr val="000000"/>
                </a:solidFill>
                <a:latin typeface="Times New Roman" panose="02020603050405020304"/>
                <a:ea typeface="Times New Roman" panose="02020603050405020304"/>
                <a:cs typeface="Times New Roman" panose="02020603050405020304"/>
              </a:defRPr>
            </a:defPPr>
          </a:lstStyle>
          <a:p>
            <a:pPr algn="l">
              <a:defRPr sz="750" b="0" i="0">
                <a:solidFill>
                  <a:srgbClr val="000000"/>
                </a:solidFill>
                <a:latin typeface="Times New Roman" panose="02020603050405020304"/>
                <a:ea typeface="Times New Roman" panose="02020603050405020304"/>
                <a:cs typeface="Times New Roman" panose="02020603050405020304"/>
              </a:defRPr>
            </a:pPr>
            <a:r>
              <a:rPr sz="750" b="0" i="0">
                <a:solidFill>
                  <a:srgbClr val="000000"/>
                </a:solidFill>
                <a:latin typeface="Times New Roman" panose="02020603050405020304"/>
                <a:ea typeface="Times New Roman" panose="02020603050405020304"/>
                <a:cs typeface="Times New Roman" panose="02020603050405020304"/>
              </a:rPr>
              <a:t>Grid 601 target</a:t>
            </a:r>
            <a:endParaRPr sz="750" b="0" i="0">
              <a:solidFill>
                <a:srgbClr val="000000"/>
              </a:solidFill>
              <a:latin typeface="Times New Roman" panose="02020603050405020304"/>
              <a:ea typeface="Times New Roman" panose="02020603050405020304"/>
              <a:cs typeface="Times New Roman" panose="02020603050405020304"/>
            </a:endParaRPr>
          </a:p>
        </p:txBody>
      </p:sp>
      <p:sp>
        <p:nvSpPr>
          <p:cNvPr id="82" name="B_cross_history_sample"/>
          <p:cNvSpPr>
            <a:spLocks noGrp="1"/>
          </p:cNvSpPr>
          <p:nvPr/>
        </p:nvSpPr>
        <p:spPr>
          <a:xfrm>
            <a:off x="1728000" y="4068000"/>
            <a:ext cx="180000" cy="36"/>
          </a:xfrm>
          <a:custGeom>
            <a:avLst/>
            <a:gdLst/>
            <a:ahLst/>
            <a:cxnLst/>
            <a:pathLst>
              <a:path w="180000" h="36">
                <a:moveTo>
                  <a:pt x="0" y="0"/>
                </a:moveTo>
                <a:lnTo>
                  <a:pt x="180000" y="0"/>
                </a:lnTo>
              </a:path>
            </a:pathLst>
          </a:custGeom>
          <a:noFill/>
          <a:ln w="14605">
            <a:solidFill>
              <a:srgbClr val="0070C0"/>
            </a:solidFill>
            <a:prstDash val="dash"/>
          </a:ln>
        </p:spPr>
      </p:sp>
      <p:sp>
        <p:nvSpPr>
          <p:cNvPr id="83" name="B_cross_history_label"/>
          <p:cNvSpPr>
            <a:spLocks noGrp="1"/>
          </p:cNvSpPr>
          <p:nvPr/>
        </p:nvSpPr>
        <p:spPr>
          <a:xfrm>
            <a:off x="1958400" y="4011803"/>
            <a:ext cx="1188000" cy="112395"/>
          </a:xfrm>
          <a:prstGeom prst="rect">
            <a:avLst/>
          </a:prstGeom>
          <a:noFill/>
          <a:ln w="0">
            <a:noFill/>
            <a:prstDash val="solid"/>
          </a:ln>
        </p:spPr>
        <p:txBody>
          <a:bodyPr wrap="none" lIns="0" tIns="0" rIns="0" bIns="0" anchor="ctr">
            <a:noAutofit/>
          </a:bodyPr>
          <a:lstStyle>
            <a:defPPr algn="l">
              <a:defRPr sz="750" b="0" i="0">
                <a:solidFill>
                  <a:srgbClr val="000000"/>
                </a:solidFill>
                <a:latin typeface="Times New Roman" panose="02020603050405020304"/>
                <a:ea typeface="Times New Roman" panose="02020603050405020304"/>
                <a:cs typeface="Times New Roman" panose="02020603050405020304"/>
              </a:defRPr>
            </a:defPPr>
          </a:lstStyle>
          <a:p>
            <a:pPr algn="l">
              <a:defRPr sz="750" b="0" i="0">
                <a:solidFill>
                  <a:srgbClr val="000000"/>
                </a:solidFill>
                <a:latin typeface="Times New Roman" panose="02020603050405020304"/>
                <a:ea typeface="Times New Roman" panose="02020603050405020304"/>
                <a:cs typeface="Times New Roman" panose="02020603050405020304"/>
              </a:defRPr>
            </a:pPr>
            <a:r>
              <a:rPr sz="750" b="0" i="0">
                <a:solidFill>
                  <a:srgbClr val="000000"/>
                </a:solidFill>
                <a:latin typeface="Times New Roman" panose="02020603050405020304"/>
                <a:ea typeface="Times New Roman" panose="02020603050405020304"/>
                <a:cs typeface="Times New Roman" panose="02020603050405020304"/>
              </a:rPr>
              <a:t>Grid 600 (+30 min)</a:t>
            </a:r>
            <a:endParaRPr sz="750" b="0" i="0">
              <a:solidFill>
                <a:srgbClr val="000000"/>
              </a:solidFill>
              <a:latin typeface="Times New Roman" panose="02020603050405020304"/>
              <a:ea typeface="Times New Roman" panose="02020603050405020304"/>
              <a:cs typeface="Times New Roman" panose="02020603050405020304"/>
            </a:endParaRPr>
          </a:p>
        </p:txBody>
      </p:sp>
      <p:sp>
        <p:nvSpPr>
          <p:cNvPr id="84" name="B0_event"/>
          <p:cNvSpPr>
            <a:spLocks noGrp="1"/>
          </p:cNvSpPr>
          <p:nvPr/>
        </p:nvSpPr>
        <p:spPr>
          <a:xfrm>
            <a:off x="432000" y="2664000"/>
            <a:ext cx="1296000" cy="792000"/>
          </a:xfrm>
          <a:prstGeom prst="rect">
            <a:avLst/>
          </a:prstGeom>
          <a:solidFill>
            <a:srgbClr val="FCE8D3"/>
          </a:solidFill>
          <a:ln w="0">
            <a:noFill/>
            <a:prstDash val="solid"/>
          </a:ln>
        </p:spPr>
      </p:sp>
      <p:sp>
        <p:nvSpPr>
          <p:cNvPr id="85" name="B0_ytick_0"/>
          <p:cNvSpPr>
            <a:spLocks noGrp="1"/>
          </p:cNvSpPr>
          <p:nvPr/>
        </p:nvSpPr>
        <p:spPr>
          <a:xfrm>
            <a:off x="401400" y="3456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86" name="B0_ylabel_0"/>
          <p:cNvSpPr>
            <a:spLocks noGrp="1"/>
          </p:cNvSpPr>
          <p:nvPr/>
        </p:nvSpPr>
        <p:spPr>
          <a:xfrm>
            <a:off x="201600" y="3403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87" name="B0_grid_5"/>
          <p:cNvSpPr>
            <a:spLocks noGrp="1"/>
          </p:cNvSpPr>
          <p:nvPr/>
        </p:nvSpPr>
        <p:spPr>
          <a:xfrm>
            <a:off x="432000" y="3258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88" name="B0_ytick_5"/>
          <p:cNvSpPr>
            <a:spLocks noGrp="1"/>
          </p:cNvSpPr>
          <p:nvPr/>
        </p:nvSpPr>
        <p:spPr>
          <a:xfrm>
            <a:off x="401400" y="3258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89" name="B0_ylabel_5"/>
          <p:cNvSpPr>
            <a:spLocks noGrp="1"/>
          </p:cNvSpPr>
          <p:nvPr/>
        </p:nvSpPr>
        <p:spPr>
          <a:xfrm>
            <a:off x="201600" y="3205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90" name="B0_grid_10"/>
          <p:cNvSpPr>
            <a:spLocks noGrp="1"/>
          </p:cNvSpPr>
          <p:nvPr/>
        </p:nvSpPr>
        <p:spPr>
          <a:xfrm>
            <a:off x="432000" y="3060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91" name="B0_ytick_10"/>
          <p:cNvSpPr>
            <a:spLocks noGrp="1"/>
          </p:cNvSpPr>
          <p:nvPr/>
        </p:nvSpPr>
        <p:spPr>
          <a:xfrm>
            <a:off x="401400" y="3060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92" name="B0_ylabel_10"/>
          <p:cNvSpPr>
            <a:spLocks noGrp="1"/>
          </p:cNvSpPr>
          <p:nvPr/>
        </p:nvSpPr>
        <p:spPr>
          <a:xfrm>
            <a:off x="201600" y="3007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93" name="B0_grid_15"/>
          <p:cNvSpPr>
            <a:spLocks noGrp="1"/>
          </p:cNvSpPr>
          <p:nvPr/>
        </p:nvSpPr>
        <p:spPr>
          <a:xfrm>
            <a:off x="432000" y="2862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94" name="B0_ytick_15"/>
          <p:cNvSpPr>
            <a:spLocks noGrp="1"/>
          </p:cNvSpPr>
          <p:nvPr/>
        </p:nvSpPr>
        <p:spPr>
          <a:xfrm>
            <a:off x="401400" y="286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95" name="B0_ylabel_15"/>
          <p:cNvSpPr>
            <a:spLocks noGrp="1"/>
          </p:cNvSpPr>
          <p:nvPr/>
        </p:nvSpPr>
        <p:spPr>
          <a:xfrm>
            <a:off x="201600" y="280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96" name="B0_grid_20"/>
          <p:cNvSpPr>
            <a:spLocks noGrp="1"/>
          </p:cNvSpPr>
          <p:nvPr/>
        </p:nvSpPr>
        <p:spPr>
          <a:xfrm>
            <a:off x="432000" y="2664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97" name="B0_ytick_20"/>
          <p:cNvSpPr>
            <a:spLocks noGrp="1"/>
          </p:cNvSpPr>
          <p:nvPr/>
        </p:nvSpPr>
        <p:spPr>
          <a:xfrm>
            <a:off x="401400" y="2664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98" name="B0_ylabel_20"/>
          <p:cNvSpPr>
            <a:spLocks noGrp="1"/>
          </p:cNvSpPr>
          <p:nvPr/>
        </p:nvSpPr>
        <p:spPr>
          <a:xfrm>
            <a:off x="201600" y="2611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20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99" name="B0_yaxis"/>
          <p:cNvSpPr>
            <a:spLocks noGrp="1"/>
          </p:cNvSpPr>
          <p:nvPr/>
        </p:nvSpPr>
        <p:spPr>
          <a:xfrm>
            <a:off x="432000" y="2664000"/>
            <a:ext cx="36" cy="792000"/>
          </a:xfrm>
          <a:custGeom>
            <a:avLst/>
            <a:gdLst/>
            <a:ahLst/>
            <a:cxnLst/>
            <a:pathLst>
              <a:path w="36" h="792000">
                <a:moveTo>
                  <a:pt x="0" y="0"/>
                </a:moveTo>
                <a:lnTo>
                  <a:pt x="0" y="792000"/>
                </a:lnTo>
              </a:path>
            </a:pathLst>
          </a:custGeom>
          <a:noFill/>
          <a:ln w="8890">
            <a:solidFill>
              <a:srgbClr val="000000"/>
            </a:solidFill>
            <a:prstDash val="solid"/>
          </a:ln>
        </p:spPr>
      </p:sp>
      <p:sp>
        <p:nvSpPr>
          <p:cNvPr id="100" name="B0_xaxis"/>
          <p:cNvSpPr>
            <a:spLocks noGrp="1"/>
          </p:cNvSpPr>
          <p:nvPr/>
        </p:nvSpPr>
        <p:spPr>
          <a:xfrm>
            <a:off x="432000" y="3456000"/>
            <a:ext cx="2592000" cy="36"/>
          </a:xfrm>
          <a:custGeom>
            <a:avLst/>
            <a:gdLst/>
            <a:ahLst/>
            <a:cxnLst/>
            <a:pathLst>
              <a:path w="2592000" h="36">
                <a:moveTo>
                  <a:pt x="0" y="0"/>
                </a:moveTo>
                <a:lnTo>
                  <a:pt x="2592000" y="0"/>
                </a:lnTo>
              </a:path>
            </a:pathLst>
          </a:custGeom>
          <a:noFill/>
          <a:ln w="8890">
            <a:solidFill>
              <a:srgbClr val="000000"/>
            </a:solidFill>
            <a:prstDash val="solid"/>
          </a:ln>
        </p:spPr>
      </p:sp>
      <p:sp>
        <p:nvSpPr>
          <p:cNvPr id="101" name="B0_xtick_0"/>
          <p:cNvSpPr>
            <a:spLocks noGrp="1"/>
          </p:cNvSpPr>
          <p:nvPr/>
        </p:nvSpPr>
        <p:spPr>
          <a:xfrm>
            <a:off x="432000" y="3456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02" name="B0_xlabel_0"/>
          <p:cNvSpPr>
            <a:spLocks noGrp="1"/>
          </p:cNvSpPr>
          <p:nvPr/>
        </p:nvSpPr>
        <p:spPr>
          <a:xfrm>
            <a:off x="252000" y="3493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08:30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03" name="B0_xtick_1"/>
          <p:cNvSpPr>
            <a:spLocks noGrp="1"/>
          </p:cNvSpPr>
          <p:nvPr/>
        </p:nvSpPr>
        <p:spPr>
          <a:xfrm>
            <a:off x="1296000" y="3456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04" name="B0_xlabel_1"/>
          <p:cNvSpPr>
            <a:spLocks noGrp="1"/>
          </p:cNvSpPr>
          <p:nvPr/>
        </p:nvSpPr>
        <p:spPr>
          <a:xfrm>
            <a:off x="1116000" y="3493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09:30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05" name="B0_xtick_2"/>
          <p:cNvSpPr>
            <a:spLocks noGrp="1"/>
          </p:cNvSpPr>
          <p:nvPr/>
        </p:nvSpPr>
        <p:spPr>
          <a:xfrm>
            <a:off x="2160000" y="3456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06" name="B0_xlabel_2"/>
          <p:cNvSpPr>
            <a:spLocks noGrp="1"/>
          </p:cNvSpPr>
          <p:nvPr/>
        </p:nvSpPr>
        <p:spPr>
          <a:xfrm>
            <a:off x="1980000" y="3493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10:30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07" name="B0_xtick_3"/>
          <p:cNvSpPr>
            <a:spLocks noGrp="1"/>
          </p:cNvSpPr>
          <p:nvPr/>
        </p:nvSpPr>
        <p:spPr>
          <a:xfrm>
            <a:off x="3024000" y="3456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08" name="B0_xlabel_3"/>
          <p:cNvSpPr>
            <a:spLocks noGrp="1"/>
          </p:cNvSpPr>
          <p:nvPr/>
        </p:nvSpPr>
        <p:spPr>
          <a:xfrm>
            <a:off x="2844000" y="3493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11:30</a:t>
            </a:r>
            <a:endParaRPr sz="700" b="0" i="0">
              <a:solidFill>
                <a:srgbClr val="000000"/>
              </a:solidFill>
              <a:latin typeface="Times New Roman" panose="02020603050405020304"/>
              <a:ea typeface="Times New Roman" panose="02020603050405020304"/>
              <a:cs typeface="Times New Roman" panose="02020603050405020304"/>
            </a:endParaRPr>
          </a:p>
        </p:txBody>
      </p:sp>
      <p:graphicFrame>
        <p:nvGraphicFramePr>
          <p:cNvPr id="109" name="Chart"/>
          <p:cNvGraphicFramePr/>
          <p:nvPr/>
        </p:nvGraphicFramePr>
        <p:xfrm>
          <a:off x="432000" y="2664000"/>
          <a:ext cx="2592000" cy="792000"/>
        </p:xfrm>
        <a:graphic>
          <a:graphicData uri="http://schemas.openxmlformats.org/drawingml/2006/chart">
            <c:chart xmlns:c="http://schemas.openxmlformats.org/drawingml/2006/chart" xmlns:r="http://schemas.openxmlformats.org/officeDocument/2006/relationships" r:id="rId2"/>
          </a:graphicData>
        </a:graphic>
      </p:graphicFrame>
      <p:sp>
        <p:nvSpPr>
          <p:cNvPr id="110" name="B1_event"/>
          <p:cNvSpPr>
            <a:spLocks noGrp="1"/>
          </p:cNvSpPr>
          <p:nvPr/>
        </p:nvSpPr>
        <p:spPr>
          <a:xfrm>
            <a:off x="432000" y="4320000"/>
            <a:ext cx="1296000" cy="792000"/>
          </a:xfrm>
          <a:prstGeom prst="rect">
            <a:avLst/>
          </a:prstGeom>
          <a:solidFill>
            <a:srgbClr val="FCE8D3"/>
          </a:solidFill>
          <a:ln w="0">
            <a:noFill/>
            <a:prstDash val="solid"/>
          </a:ln>
        </p:spPr>
      </p:sp>
      <p:sp>
        <p:nvSpPr>
          <p:cNvPr id="111" name="B1_ytick_0"/>
          <p:cNvSpPr>
            <a:spLocks noGrp="1"/>
          </p:cNvSpPr>
          <p:nvPr/>
        </p:nvSpPr>
        <p:spPr>
          <a:xfrm>
            <a:off x="401400" y="511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12" name="B1_ylabel_0"/>
          <p:cNvSpPr>
            <a:spLocks noGrp="1"/>
          </p:cNvSpPr>
          <p:nvPr/>
        </p:nvSpPr>
        <p:spPr>
          <a:xfrm>
            <a:off x="201600" y="505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13" name="B1_grid_5"/>
          <p:cNvSpPr>
            <a:spLocks noGrp="1"/>
          </p:cNvSpPr>
          <p:nvPr/>
        </p:nvSpPr>
        <p:spPr>
          <a:xfrm>
            <a:off x="432000" y="4914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114" name="B1_ytick_5"/>
          <p:cNvSpPr>
            <a:spLocks noGrp="1"/>
          </p:cNvSpPr>
          <p:nvPr/>
        </p:nvSpPr>
        <p:spPr>
          <a:xfrm>
            <a:off x="401400" y="4914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15" name="B1_ylabel_5"/>
          <p:cNvSpPr>
            <a:spLocks noGrp="1"/>
          </p:cNvSpPr>
          <p:nvPr/>
        </p:nvSpPr>
        <p:spPr>
          <a:xfrm>
            <a:off x="201600" y="4861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16" name="B1_grid_10"/>
          <p:cNvSpPr>
            <a:spLocks noGrp="1"/>
          </p:cNvSpPr>
          <p:nvPr/>
        </p:nvSpPr>
        <p:spPr>
          <a:xfrm>
            <a:off x="432000" y="4716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117" name="B1_ytick_10"/>
          <p:cNvSpPr>
            <a:spLocks noGrp="1"/>
          </p:cNvSpPr>
          <p:nvPr/>
        </p:nvSpPr>
        <p:spPr>
          <a:xfrm>
            <a:off x="401400" y="4716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18" name="B1_ylabel_10"/>
          <p:cNvSpPr>
            <a:spLocks noGrp="1"/>
          </p:cNvSpPr>
          <p:nvPr/>
        </p:nvSpPr>
        <p:spPr>
          <a:xfrm>
            <a:off x="201600" y="4663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19" name="B1_grid_15"/>
          <p:cNvSpPr>
            <a:spLocks noGrp="1"/>
          </p:cNvSpPr>
          <p:nvPr/>
        </p:nvSpPr>
        <p:spPr>
          <a:xfrm>
            <a:off x="432000" y="4518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120" name="B1_ytick_15"/>
          <p:cNvSpPr>
            <a:spLocks noGrp="1"/>
          </p:cNvSpPr>
          <p:nvPr/>
        </p:nvSpPr>
        <p:spPr>
          <a:xfrm>
            <a:off x="401400" y="4518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21" name="B1_ylabel_15"/>
          <p:cNvSpPr>
            <a:spLocks noGrp="1"/>
          </p:cNvSpPr>
          <p:nvPr/>
        </p:nvSpPr>
        <p:spPr>
          <a:xfrm>
            <a:off x="201600" y="4465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22" name="B1_grid_20"/>
          <p:cNvSpPr>
            <a:spLocks noGrp="1"/>
          </p:cNvSpPr>
          <p:nvPr/>
        </p:nvSpPr>
        <p:spPr>
          <a:xfrm>
            <a:off x="432000" y="4320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123" name="B1_ytick_20"/>
          <p:cNvSpPr>
            <a:spLocks noGrp="1"/>
          </p:cNvSpPr>
          <p:nvPr/>
        </p:nvSpPr>
        <p:spPr>
          <a:xfrm>
            <a:off x="401400" y="4320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24" name="B1_ylabel_20"/>
          <p:cNvSpPr>
            <a:spLocks noGrp="1"/>
          </p:cNvSpPr>
          <p:nvPr/>
        </p:nvSpPr>
        <p:spPr>
          <a:xfrm>
            <a:off x="201600" y="4267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20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25" name="B1_yaxis"/>
          <p:cNvSpPr>
            <a:spLocks noGrp="1"/>
          </p:cNvSpPr>
          <p:nvPr/>
        </p:nvSpPr>
        <p:spPr>
          <a:xfrm>
            <a:off x="432000" y="4320000"/>
            <a:ext cx="36" cy="792000"/>
          </a:xfrm>
          <a:custGeom>
            <a:avLst/>
            <a:gdLst/>
            <a:ahLst/>
            <a:cxnLst/>
            <a:pathLst>
              <a:path w="36" h="792000">
                <a:moveTo>
                  <a:pt x="0" y="0"/>
                </a:moveTo>
                <a:lnTo>
                  <a:pt x="0" y="792000"/>
                </a:lnTo>
              </a:path>
            </a:pathLst>
          </a:custGeom>
          <a:noFill/>
          <a:ln w="8890">
            <a:solidFill>
              <a:srgbClr val="000000"/>
            </a:solidFill>
            <a:prstDash val="solid"/>
          </a:ln>
        </p:spPr>
      </p:sp>
      <p:sp>
        <p:nvSpPr>
          <p:cNvPr id="126" name="B1_xaxis"/>
          <p:cNvSpPr>
            <a:spLocks noGrp="1"/>
          </p:cNvSpPr>
          <p:nvPr/>
        </p:nvSpPr>
        <p:spPr>
          <a:xfrm>
            <a:off x="432000" y="5112000"/>
            <a:ext cx="2592000" cy="36"/>
          </a:xfrm>
          <a:custGeom>
            <a:avLst/>
            <a:gdLst/>
            <a:ahLst/>
            <a:cxnLst/>
            <a:pathLst>
              <a:path w="2592000" h="36">
                <a:moveTo>
                  <a:pt x="0" y="0"/>
                </a:moveTo>
                <a:lnTo>
                  <a:pt x="2592000" y="0"/>
                </a:lnTo>
              </a:path>
            </a:pathLst>
          </a:custGeom>
          <a:noFill/>
          <a:ln w="8890">
            <a:solidFill>
              <a:srgbClr val="000000"/>
            </a:solidFill>
            <a:prstDash val="solid"/>
          </a:ln>
        </p:spPr>
      </p:sp>
      <p:sp>
        <p:nvSpPr>
          <p:cNvPr id="127" name="B1_xtick_0"/>
          <p:cNvSpPr>
            <a:spLocks noGrp="1"/>
          </p:cNvSpPr>
          <p:nvPr/>
        </p:nvSpPr>
        <p:spPr>
          <a:xfrm>
            <a:off x="432000" y="51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28" name="B1_xlabel_0"/>
          <p:cNvSpPr>
            <a:spLocks noGrp="1"/>
          </p:cNvSpPr>
          <p:nvPr/>
        </p:nvSpPr>
        <p:spPr>
          <a:xfrm>
            <a:off x="252000" y="5149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08:30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29" name="B1_xtick_1"/>
          <p:cNvSpPr>
            <a:spLocks noGrp="1"/>
          </p:cNvSpPr>
          <p:nvPr/>
        </p:nvSpPr>
        <p:spPr>
          <a:xfrm>
            <a:off x="1296000" y="51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30" name="B1_xlabel_1"/>
          <p:cNvSpPr>
            <a:spLocks noGrp="1"/>
          </p:cNvSpPr>
          <p:nvPr/>
        </p:nvSpPr>
        <p:spPr>
          <a:xfrm>
            <a:off x="1116000" y="5149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09:30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31" name="B1_xtick_2"/>
          <p:cNvSpPr>
            <a:spLocks noGrp="1"/>
          </p:cNvSpPr>
          <p:nvPr/>
        </p:nvSpPr>
        <p:spPr>
          <a:xfrm>
            <a:off x="2160000" y="51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32" name="B1_xlabel_2"/>
          <p:cNvSpPr>
            <a:spLocks noGrp="1"/>
          </p:cNvSpPr>
          <p:nvPr/>
        </p:nvSpPr>
        <p:spPr>
          <a:xfrm>
            <a:off x="1980000" y="5149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10:30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33" name="B1_xtick_3"/>
          <p:cNvSpPr>
            <a:spLocks noGrp="1"/>
          </p:cNvSpPr>
          <p:nvPr/>
        </p:nvSpPr>
        <p:spPr>
          <a:xfrm>
            <a:off x="3024000" y="51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34" name="B1_xlabel_3"/>
          <p:cNvSpPr>
            <a:spLocks noGrp="1"/>
          </p:cNvSpPr>
          <p:nvPr/>
        </p:nvSpPr>
        <p:spPr>
          <a:xfrm>
            <a:off x="2844000" y="5149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11:30</a:t>
            </a:r>
            <a:endParaRPr sz="700" b="0" i="0">
              <a:solidFill>
                <a:srgbClr val="000000"/>
              </a:solidFill>
              <a:latin typeface="Times New Roman" panose="02020603050405020304"/>
              <a:ea typeface="Times New Roman" panose="02020603050405020304"/>
              <a:cs typeface="Times New Roman" panose="02020603050405020304"/>
            </a:endParaRPr>
          </a:p>
        </p:txBody>
      </p:sp>
      <p:graphicFrame>
        <p:nvGraphicFramePr>
          <p:cNvPr id="135" name="Chart"/>
          <p:cNvGraphicFramePr/>
          <p:nvPr/>
        </p:nvGraphicFramePr>
        <p:xfrm>
          <a:off x="432000" y="4320000"/>
          <a:ext cx="2592000" cy="792000"/>
        </p:xfrm>
        <a:graphic>
          <a:graphicData uri="http://schemas.openxmlformats.org/drawingml/2006/chart">
            <c:chart xmlns:c="http://schemas.openxmlformats.org/drawingml/2006/chart" xmlns:r="http://schemas.openxmlformats.org/officeDocument/2006/relationships" r:id="rId3"/>
          </a:graphicData>
        </a:graphic>
      </p:graphicFrame>
      <p:sp>
        <p:nvSpPr>
          <p:cNvPr id="136" name="C_declining_title"/>
          <p:cNvSpPr>
            <a:spLocks noGrp="1"/>
          </p:cNvSpPr>
          <p:nvPr/>
        </p:nvSpPr>
        <p:spPr>
          <a:xfrm>
            <a:off x="3672000" y="2064056"/>
            <a:ext cx="2592000" cy="119888"/>
          </a:xfrm>
          <a:prstGeom prst="rect">
            <a:avLst/>
          </a:prstGeom>
          <a:noFill/>
          <a:ln w="0">
            <a:noFill/>
            <a:prstDash val="solid"/>
          </a:ln>
        </p:spPr>
        <p:txBody>
          <a:bodyPr wrap="none" lIns="0" tIns="0" rIns="0" bIns="0" anchor="ctr">
            <a:noAutofit/>
          </a:bodyPr>
          <a:lstStyle>
            <a:defPPr algn="l">
              <a:defRPr sz="800" b="1" i="0">
                <a:solidFill>
                  <a:srgbClr val="000000"/>
                </a:solidFill>
                <a:latin typeface="Times New Roman" panose="02020603050405020304"/>
                <a:ea typeface="Times New Roman" panose="02020603050405020304"/>
                <a:cs typeface="Times New Roman" panose="02020603050405020304"/>
              </a:defRPr>
            </a:defPPr>
          </a:lstStyle>
          <a:p>
            <a:pPr algn="l">
              <a:defRPr sz="800" b="1" i="0">
                <a:solidFill>
                  <a:srgbClr val="000000"/>
                </a:solidFill>
                <a:latin typeface="Times New Roman" panose="02020603050405020304"/>
                <a:ea typeface="Times New Roman" panose="02020603050405020304"/>
                <a:cs typeface="Times New Roman" panose="02020603050405020304"/>
              </a:defRPr>
            </a:pPr>
            <a:r>
              <a:rPr sz="800" b="1" i="0">
                <a:solidFill>
                  <a:srgbClr val="000000"/>
                </a:solidFill>
                <a:latin typeface="Times New Roman" panose="02020603050405020304"/>
                <a:ea typeface="Times New Roman" panose="02020603050405020304"/>
                <a:cs typeface="Times New Roman" panose="02020603050405020304"/>
              </a:rPr>
              <a:t>Declining history</a:t>
            </a:r>
            <a:endParaRPr sz="800" b="1" i="0">
              <a:solidFill>
                <a:srgbClr val="000000"/>
              </a:solidFill>
              <a:latin typeface="Times New Roman" panose="02020603050405020304"/>
              <a:ea typeface="Times New Roman" panose="02020603050405020304"/>
              <a:cs typeface="Times New Roman" panose="02020603050405020304"/>
            </a:endParaRPr>
          </a:p>
        </p:txBody>
      </p:sp>
      <p:sp>
        <p:nvSpPr>
          <p:cNvPr id="137" name="C_declining_metadata"/>
          <p:cNvSpPr>
            <a:spLocks noGrp="1"/>
          </p:cNvSpPr>
          <p:nvPr/>
        </p:nvSpPr>
        <p:spPr>
          <a:xfrm>
            <a:off x="3672000" y="2215549"/>
            <a:ext cx="2592000" cy="104902"/>
          </a:xfrm>
          <a:prstGeom prst="rect">
            <a:avLst/>
          </a:prstGeom>
          <a:noFill/>
          <a:ln w="0">
            <a:noFill/>
            <a:prstDash val="solid"/>
          </a:ln>
        </p:spPr>
        <p:txBody>
          <a:bodyPr wrap="none" lIns="0" tIns="0" rIns="0" bIns="0" anchor="ctr">
            <a:noAutofit/>
          </a:bodyPr>
          <a:lstStyle>
            <a:defPPr algn="l">
              <a:defRPr sz="700" b="0" i="0">
                <a:solidFill>
                  <a:srgbClr val="666666"/>
                </a:solidFill>
                <a:latin typeface="Times New Roman" panose="02020603050405020304"/>
                <a:ea typeface="Times New Roman" panose="02020603050405020304"/>
                <a:cs typeface="Times New Roman" panose="02020603050405020304"/>
              </a:defRPr>
            </a:defPPr>
          </a:lstStyle>
          <a:p>
            <a:pPr algn="l">
              <a:defRPr sz="700" b="0" i="0">
                <a:solidFill>
                  <a:srgbClr val="666666"/>
                </a:solidFill>
                <a:latin typeface="Times New Roman" panose="02020603050405020304"/>
                <a:ea typeface="Times New Roman" panose="02020603050405020304"/>
                <a:cs typeface="Times New Roman" panose="02020603050405020304"/>
              </a:defRPr>
            </a:pPr>
            <a:r>
              <a:rPr sz="700" b="0" i="0">
                <a:solidFill>
                  <a:srgbClr val="666666"/>
                </a:solidFill>
                <a:latin typeface="Times New Roman" panose="02020603050405020304"/>
                <a:ea typeface="Times New Roman" panose="02020603050405020304"/>
                <a:cs typeface="Times New Roman" panose="02020603050405020304"/>
              </a:rPr>
              <a:t>Nov 24 | t₀ = 10:30</a:t>
            </a:r>
            <a:endParaRPr sz="700" b="0" i="0">
              <a:solidFill>
                <a:srgbClr val="666666"/>
              </a:solidFill>
              <a:latin typeface="Times New Roman" panose="02020603050405020304"/>
              <a:ea typeface="Times New Roman" panose="02020603050405020304"/>
              <a:cs typeface="Times New Roman" panose="02020603050405020304"/>
            </a:endParaRPr>
          </a:p>
        </p:txBody>
      </p:sp>
      <p:sp>
        <p:nvSpPr>
          <p:cNvPr id="138" name="C_target_sample"/>
          <p:cNvSpPr>
            <a:spLocks noGrp="1"/>
          </p:cNvSpPr>
          <p:nvPr/>
        </p:nvSpPr>
        <p:spPr>
          <a:xfrm>
            <a:off x="3672000" y="2412000"/>
            <a:ext cx="180000" cy="36"/>
          </a:xfrm>
          <a:custGeom>
            <a:avLst/>
            <a:gdLst/>
            <a:ahLst/>
            <a:cxnLst/>
            <a:pathLst>
              <a:path w="180000" h="36">
                <a:moveTo>
                  <a:pt x="0" y="0"/>
                </a:moveTo>
                <a:lnTo>
                  <a:pt x="180000" y="0"/>
                </a:lnTo>
              </a:path>
            </a:pathLst>
          </a:custGeom>
          <a:noFill/>
          <a:ln w="14605">
            <a:solidFill>
              <a:srgbClr val="EA700D"/>
            </a:solidFill>
            <a:prstDash val="solid"/>
          </a:ln>
        </p:spPr>
      </p:sp>
      <p:sp>
        <p:nvSpPr>
          <p:cNvPr id="139" name="C_target_label"/>
          <p:cNvSpPr>
            <a:spLocks noGrp="1"/>
          </p:cNvSpPr>
          <p:nvPr/>
        </p:nvSpPr>
        <p:spPr>
          <a:xfrm>
            <a:off x="3902400" y="2355803"/>
            <a:ext cx="1044000" cy="112395"/>
          </a:xfrm>
          <a:prstGeom prst="rect">
            <a:avLst/>
          </a:prstGeom>
          <a:noFill/>
          <a:ln w="0">
            <a:noFill/>
            <a:prstDash val="solid"/>
          </a:ln>
        </p:spPr>
        <p:txBody>
          <a:bodyPr wrap="none" lIns="0" tIns="0" rIns="0" bIns="0" anchor="ctr">
            <a:noAutofit/>
          </a:bodyPr>
          <a:lstStyle>
            <a:defPPr algn="l">
              <a:defRPr sz="750" b="0" i="0">
                <a:solidFill>
                  <a:srgbClr val="000000"/>
                </a:solidFill>
                <a:latin typeface="Times New Roman" panose="02020603050405020304"/>
                <a:ea typeface="Times New Roman" panose="02020603050405020304"/>
                <a:cs typeface="Times New Roman" panose="02020603050405020304"/>
              </a:defRPr>
            </a:defPPr>
          </a:lstStyle>
          <a:p>
            <a:pPr algn="l">
              <a:defRPr sz="750" b="0" i="0">
                <a:solidFill>
                  <a:srgbClr val="000000"/>
                </a:solidFill>
                <a:latin typeface="Times New Roman" panose="02020603050405020304"/>
                <a:ea typeface="Times New Roman" panose="02020603050405020304"/>
                <a:cs typeface="Times New Roman" panose="02020603050405020304"/>
              </a:defRPr>
            </a:pPr>
            <a:r>
              <a:rPr sz="750" b="0" i="0">
                <a:solidFill>
                  <a:srgbClr val="000000"/>
                </a:solidFill>
                <a:latin typeface="Times New Roman" panose="02020603050405020304"/>
                <a:ea typeface="Times New Roman" panose="02020603050405020304"/>
                <a:cs typeface="Times New Roman" panose="02020603050405020304"/>
              </a:rPr>
              <a:t>Grid 601 target</a:t>
            </a:r>
            <a:endParaRPr sz="750" b="0" i="0">
              <a:solidFill>
                <a:srgbClr val="000000"/>
              </a:solidFill>
              <a:latin typeface="Times New Roman" panose="02020603050405020304"/>
              <a:ea typeface="Times New Roman" panose="02020603050405020304"/>
              <a:cs typeface="Times New Roman" panose="02020603050405020304"/>
            </a:endParaRPr>
          </a:p>
        </p:txBody>
      </p:sp>
      <p:sp>
        <p:nvSpPr>
          <p:cNvPr id="140" name="C_neighbor_sample"/>
          <p:cNvSpPr>
            <a:spLocks noGrp="1"/>
          </p:cNvSpPr>
          <p:nvPr/>
        </p:nvSpPr>
        <p:spPr>
          <a:xfrm>
            <a:off x="4968000" y="2412000"/>
            <a:ext cx="180000" cy="36"/>
          </a:xfrm>
          <a:custGeom>
            <a:avLst/>
            <a:gdLst/>
            <a:ahLst/>
            <a:cxnLst/>
            <a:pathLst>
              <a:path w="180000" h="36">
                <a:moveTo>
                  <a:pt x="0" y="0"/>
                </a:moveTo>
                <a:lnTo>
                  <a:pt x="180000" y="0"/>
                </a:lnTo>
              </a:path>
            </a:pathLst>
          </a:custGeom>
          <a:noFill/>
          <a:ln w="14605">
            <a:solidFill>
              <a:srgbClr val="0070C0"/>
            </a:solidFill>
            <a:prstDash val="dash"/>
          </a:ln>
        </p:spPr>
      </p:sp>
      <p:sp>
        <p:nvSpPr>
          <p:cNvPr id="141" name="C_neighbor_label"/>
          <p:cNvSpPr>
            <a:spLocks noGrp="1"/>
          </p:cNvSpPr>
          <p:nvPr/>
        </p:nvSpPr>
        <p:spPr>
          <a:xfrm>
            <a:off x="5198400" y="2355803"/>
            <a:ext cx="1188000" cy="112395"/>
          </a:xfrm>
          <a:prstGeom prst="rect">
            <a:avLst/>
          </a:prstGeom>
          <a:noFill/>
          <a:ln w="0">
            <a:noFill/>
            <a:prstDash val="solid"/>
          </a:ln>
        </p:spPr>
        <p:txBody>
          <a:bodyPr wrap="none" lIns="0" tIns="0" rIns="0" bIns="0" anchor="ctr">
            <a:noAutofit/>
          </a:bodyPr>
          <a:lstStyle>
            <a:defPPr algn="l">
              <a:defRPr sz="750" b="0" i="0">
                <a:solidFill>
                  <a:srgbClr val="000000"/>
                </a:solidFill>
                <a:latin typeface="Times New Roman" panose="02020603050405020304"/>
                <a:ea typeface="Times New Roman" panose="02020603050405020304"/>
                <a:cs typeface="Times New Roman" panose="02020603050405020304"/>
              </a:defRPr>
            </a:defPPr>
          </a:lstStyle>
          <a:p>
            <a:pPr algn="l">
              <a:defRPr sz="750" b="0" i="0">
                <a:solidFill>
                  <a:srgbClr val="000000"/>
                </a:solidFill>
                <a:latin typeface="Times New Roman" panose="02020603050405020304"/>
                <a:ea typeface="Times New Roman" panose="02020603050405020304"/>
                <a:cs typeface="Times New Roman" panose="02020603050405020304"/>
              </a:defRPr>
            </a:pPr>
            <a:r>
              <a:rPr sz="750" b="0" i="0">
                <a:solidFill>
                  <a:srgbClr val="000000"/>
                </a:solidFill>
                <a:latin typeface="Times New Roman" panose="02020603050405020304"/>
                <a:ea typeface="Times New Roman" panose="02020603050405020304"/>
                <a:cs typeface="Times New Roman" panose="02020603050405020304"/>
              </a:rPr>
              <a:t>Grid 600 (+30 min)</a:t>
            </a:r>
            <a:endParaRPr sz="750" b="0" i="0">
              <a:solidFill>
                <a:srgbClr val="000000"/>
              </a:solidFill>
              <a:latin typeface="Times New Roman" panose="02020603050405020304"/>
              <a:ea typeface="Times New Roman" panose="02020603050405020304"/>
              <a:cs typeface="Times New Roman" panose="02020603050405020304"/>
            </a:endParaRPr>
          </a:p>
        </p:txBody>
      </p:sp>
      <p:sp>
        <p:nvSpPr>
          <p:cNvPr id="142" name="C_rising_title"/>
          <p:cNvSpPr>
            <a:spLocks noGrp="1"/>
          </p:cNvSpPr>
          <p:nvPr/>
        </p:nvSpPr>
        <p:spPr>
          <a:xfrm>
            <a:off x="3672000" y="3720056"/>
            <a:ext cx="2592000" cy="119888"/>
          </a:xfrm>
          <a:prstGeom prst="rect">
            <a:avLst/>
          </a:prstGeom>
          <a:noFill/>
          <a:ln w="0">
            <a:noFill/>
            <a:prstDash val="solid"/>
          </a:ln>
        </p:spPr>
        <p:txBody>
          <a:bodyPr wrap="none" lIns="0" tIns="0" rIns="0" bIns="0" anchor="ctr">
            <a:noAutofit/>
          </a:bodyPr>
          <a:lstStyle>
            <a:defPPr algn="l">
              <a:defRPr sz="800" b="1" i="0">
                <a:solidFill>
                  <a:srgbClr val="000000"/>
                </a:solidFill>
                <a:latin typeface="Times New Roman" panose="02020603050405020304"/>
                <a:ea typeface="Times New Roman" panose="02020603050405020304"/>
                <a:cs typeface="Times New Roman" panose="02020603050405020304"/>
              </a:defRPr>
            </a:defPPr>
          </a:lstStyle>
          <a:p>
            <a:pPr algn="l">
              <a:defRPr sz="800" b="1" i="0">
                <a:solidFill>
                  <a:srgbClr val="000000"/>
                </a:solidFill>
                <a:latin typeface="Times New Roman" panose="02020603050405020304"/>
                <a:ea typeface="Times New Roman" panose="02020603050405020304"/>
                <a:cs typeface="Times New Roman" panose="02020603050405020304"/>
              </a:defRPr>
            </a:pPr>
            <a:r>
              <a:rPr sz="800" b="1" i="0">
                <a:solidFill>
                  <a:srgbClr val="000000"/>
                </a:solidFill>
                <a:latin typeface="Times New Roman" panose="02020603050405020304"/>
                <a:ea typeface="Times New Roman" panose="02020603050405020304"/>
                <a:cs typeface="Times New Roman" panose="02020603050405020304"/>
              </a:rPr>
              <a:t>Rising history</a:t>
            </a:r>
            <a:endParaRPr sz="800" b="1" i="0">
              <a:solidFill>
                <a:srgbClr val="000000"/>
              </a:solidFill>
              <a:latin typeface="Times New Roman" panose="02020603050405020304"/>
              <a:ea typeface="Times New Roman" panose="02020603050405020304"/>
              <a:cs typeface="Times New Roman" panose="02020603050405020304"/>
            </a:endParaRPr>
          </a:p>
        </p:txBody>
      </p:sp>
      <p:sp>
        <p:nvSpPr>
          <p:cNvPr id="143" name="C_rising_metadata"/>
          <p:cNvSpPr>
            <a:spLocks noGrp="1"/>
          </p:cNvSpPr>
          <p:nvPr/>
        </p:nvSpPr>
        <p:spPr>
          <a:xfrm>
            <a:off x="3672000" y="3871549"/>
            <a:ext cx="2592000" cy="104902"/>
          </a:xfrm>
          <a:prstGeom prst="rect">
            <a:avLst/>
          </a:prstGeom>
          <a:noFill/>
          <a:ln w="0">
            <a:noFill/>
            <a:prstDash val="solid"/>
          </a:ln>
        </p:spPr>
        <p:txBody>
          <a:bodyPr wrap="none" lIns="0" tIns="0" rIns="0" bIns="0" anchor="ctr">
            <a:noAutofit/>
          </a:bodyPr>
          <a:lstStyle>
            <a:defPPr algn="l">
              <a:defRPr sz="700" b="0" i="0">
                <a:solidFill>
                  <a:srgbClr val="666666"/>
                </a:solidFill>
                <a:latin typeface="Times New Roman" panose="02020603050405020304"/>
                <a:ea typeface="Times New Roman" panose="02020603050405020304"/>
                <a:cs typeface="Times New Roman" panose="02020603050405020304"/>
              </a:defRPr>
            </a:defPPr>
          </a:lstStyle>
          <a:p>
            <a:pPr algn="l">
              <a:defRPr sz="700" b="0" i="0">
                <a:solidFill>
                  <a:srgbClr val="666666"/>
                </a:solidFill>
                <a:latin typeface="Times New Roman" panose="02020603050405020304"/>
                <a:ea typeface="Times New Roman" panose="02020603050405020304"/>
                <a:cs typeface="Times New Roman" panose="02020603050405020304"/>
              </a:defRPr>
            </a:pPr>
            <a:r>
              <a:rPr sz="700" b="0" i="0">
                <a:solidFill>
                  <a:srgbClr val="666666"/>
                </a:solidFill>
                <a:latin typeface="Times New Roman" panose="02020603050405020304"/>
                <a:ea typeface="Times New Roman" panose="02020603050405020304"/>
                <a:cs typeface="Times New Roman" panose="02020603050405020304"/>
              </a:rPr>
              <a:t>Nov 28 | t₀ = 08:15</a:t>
            </a:r>
            <a:endParaRPr sz="700" b="0" i="0">
              <a:solidFill>
                <a:srgbClr val="666666"/>
              </a:solidFill>
              <a:latin typeface="Times New Roman" panose="02020603050405020304"/>
              <a:ea typeface="Times New Roman" panose="02020603050405020304"/>
              <a:cs typeface="Times New Roman" panose="02020603050405020304"/>
            </a:endParaRPr>
          </a:p>
        </p:txBody>
      </p:sp>
      <p:sp>
        <p:nvSpPr>
          <p:cNvPr id="144" name="C0_near"/>
          <p:cNvSpPr>
            <a:spLocks noGrp="1"/>
          </p:cNvSpPr>
          <p:nvPr/>
        </p:nvSpPr>
        <p:spPr>
          <a:xfrm>
            <a:off x="5400000" y="2664000"/>
            <a:ext cx="432000" cy="792000"/>
          </a:xfrm>
          <a:prstGeom prst="rect">
            <a:avLst/>
          </a:prstGeom>
          <a:solidFill>
            <a:srgbClr val="FFF8E1"/>
          </a:solidFill>
          <a:ln w="0">
            <a:noFill/>
            <a:prstDash val="solid"/>
          </a:ln>
        </p:spPr>
      </p:sp>
      <p:sp>
        <p:nvSpPr>
          <p:cNvPr id="145" name="C0_far"/>
          <p:cNvSpPr>
            <a:spLocks noGrp="1"/>
          </p:cNvSpPr>
          <p:nvPr/>
        </p:nvSpPr>
        <p:spPr>
          <a:xfrm>
            <a:off x="5832000" y="2664000"/>
            <a:ext cx="432000" cy="792000"/>
          </a:xfrm>
          <a:prstGeom prst="rect">
            <a:avLst/>
          </a:prstGeom>
          <a:solidFill>
            <a:srgbClr val="FFF2CC"/>
          </a:solidFill>
          <a:ln w="0">
            <a:noFill/>
            <a:prstDash val="solid"/>
          </a:ln>
        </p:spPr>
      </p:sp>
      <p:sp>
        <p:nvSpPr>
          <p:cNvPr id="146" name="C0_ytick_0"/>
          <p:cNvSpPr>
            <a:spLocks noGrp="1"/>
          </p:cNvSpPr>
          <p:nvPr/>
        </p:nvSpPr>
        <p:spPr>
          <a:xfrm>
            <a:off x="3641400" y="3456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47" name="C0_ylabel_0"/>
          <p:cNvSpPr>
            <a:spLocks noGrp="1"/>
          </p:cNvSpPr>
          <p:nvPr/>
        </p:nvSpPr>
        <p:spPr>
          <a:xfrm>
            <a:off x="3441600" y="3403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48" name="C0_grid_5"/>
          <p:cNvSpPr>
            <a:spLocks noGrp="1"/>
          </p:cNvSpPr>
          <p:nvPr/>
        </p:nvSpPr>
        <p:spPr>
          <a:xfrm>
            <a:off x="3672000" y="3258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149" name="C0_ytick_5"/>
          <p:cNvSpPr>
            <a:spLocks noGrp="1"/>
          </p:cNvSpPr>
          <p:nvPr/>
        </p:nvSpPr>
        <p:spPr>
          <a:xfrm>
            <a:off x="3641400" y="3258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50" name="C0_ylabel_5"/>
          <p:cNvSpPr>
            <a:spLocks noGrp="1"/>
          </p:cNvSpPr>
          <p:nvPr/>
        </p:nvSpPr>
        <p:spPr>
          <a:xfrm>
            <a:off x="3441600" y="3205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51" name="C0_grid_10"/>
          <p:cNvSpPr>
            <a:spLocks noGrp="1"/>
          </p:cNvSpPr>
          <p:nvPr/>
        </p:nvSpPr>
        <p:spPr>
          <a:xfrm>
            <a:off x="3672000" y="3060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152" name="C0_ytick_10"/>
          <p:cNvSpPr>
            <a:spLocks noGrp="1"/>
          </p:cNvSpPr>
          <p:nvPr/>
        </p:nvSpPr>
        <p:spPr>
          <a:xfrm>
            <a:off x="3641400" y="3060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53" name="C0_ylabel_10"/>
          <p:cNvSpPr>
            <a:spLocks noGrp="1"/>
          </p:cNvSpPr>
          <p:nvPr/>
        </p:nvSpPr>
        <p:spPr>
          <a:xfrm>
            <a:off x="3441600" y="3007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54" name="C0_grid_15"/>
          <p:cNvSpPr>
            <a:spLocks noGrp="1"/>
          </p:cNvSpPr>
          <p:nvPr/>
        </p:nvSpPr>
        <p:spPr>
          <a:xfrm>
            <a:off x="3672000" y="2862000"/>
            <a:ext cx="1728000" cy="36"/>
          </a:xfrm>
          <a:custGeom>
            <a:avLst/>
            <a:gdLst/>
            <a:ahLst/>
            <a:cxnLst/>
            <a:pathLst>
              <a:path w="1728000" h="36">
                <a:moveTo>
                  <a:pt x="0" y="0"/>
                </a:moveTo>
                <a:lnTo>
                  <a:pt x="1728000" y="0"/>
                </a:lnTo>
              </a:path>
            </a:pathLst>
          </a:custGeom>
          <a:noFill/>
          <a:ln w="4445">
            <a:solidFill>
              <a:srgbClr val="E6E6E6"/>
            </a:solidFill>
            <a:prstDash val="solid"/>
          </a:ln>
        </p:spPr>
      </p:sp>
      <p:sp>
        <p:nvSpPr>
          <p:cNvPr id="155" name="C0_ytick_15"/>
          <p:cNvSpPr>
            <a:spLocks noGrp="1"/>
          </p:cNvSpPr>
          <p:nvPr/>
        </p:nvSpPr>
        <p:spPr>
          <a:xfrm>
            <a:off x="3641400" y="286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56" name="C0_ylabel_15"/>
          <p:cNvSpPr>
            <a:spLocks noGrp="1"/>
          </p:cNvSpPr>
          <p:nvPr/>
        </p:nvSpPr>
        <p:spPr>
          <a:xfrm>
            <a:off x="3441600" y="280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57" name="C0_grid_20"/>
          <p:cNvSpPr>
            <a:spLocks noGrp="1"/>
          </p:cNvSpPr>
          <p:nvPr/>
        </p:nvSpPr>
        <p:spPr>
          <a:xfrm>
            <a:off x="3672000" y="2664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158" name="C0_ytick_20"/>
          <p:cNvSpPr>
            <a:spLocks noGrp="1"/>
          </p:cNvSpPr>
          <p:nvPr/>
        </p:nvSpPr>
        <p:spPr>
          <a:xfrm>
            <a:off x="3641400" y="2664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59" name="C0_ylabel_20"/>
          <p:cNvSpPr>
            <a:spLocks noGrp="1"/>
          </p:cNvSpPr>
          <p:nvPr/>
        </p:nvSpPr>
        <p:spPr>
          <a:xfrm>
            <a:off x="3441600" y="2611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20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60" name="C0_yaxis"/>
          <p:cNvSpPr>
            <a:spLocks noGrp="1"/>
          </p:cNvSpPr>
          <p:nvPr/>
        </p:nvSpPr>
        <p:spPr>
          <a:xfrm>
            <a:off x="3672000" y="2664000"/>
            <a:ext cx="36" cy="792000"/>
          </a:xfrm>
          <a:custGeom>
            <a:avLst/>
            <a:gdLst/>
            <a:ahLst/>
            <a:cxnLst/>
            <a:pathLst>
              <a:path w="36" h="792000">
                <a:moveTo>
                  <a:pt x="0" y="0"/>
                </a:moveTo>
                <a:lnTo>
                  <a:pt x="0" y="792000"/>
                </a:lnTo>
              </a:path>
            </a:pathLst>
          </a:custGeom>
          <a:noFill/>
          <a:ln w="8890">
            <a:solidFill>
              <a:srgbClr val="000000"/>
            </a:solidFill>
            <a:prstDash val="solid"/>
          </a:ln>
        </p:spPr>
      </p:sp>
      <p:sp>
        <p:nvSpPr>
          <p:cNvPr id="161" name="C0_xaxis"/>
          <p:cNvSpPr>
            <a:spLocks noGrp="1"/>
          </p:cNvSpPr>
          <p:nvPr/>
        </p:nvSpPr>
        <p:spPr>
          <a:xfrm>
            <a:off x="3672000" y="3456000"/>
            <a:ext cx="2592000" cy="36"/>
          </a:xfrm>
          <a:custGeom>
            <a:avLst/>
            <a:gdLst/>
            <a:ahLst/>
            <a:cxnLst/>
            <a:pathLst>
              <a:path w="2592000" h="36">
                <a:moveTo>
                  <a:pt x="0" y="0"/>
                </a:moveTo>
                <a:lnTo>
                  <a:pt x="2592000" y="0"/>
                </a:lnTo>
              </a:path>
            </a:pathLst>
          </a:custGeom>
          <a:noFill/>
          <a:ln w="8890">
            <a:solidFill>
              <a:srgbClr val="000000"/>
            </a:solidFill>
            <a:prstDash val="solid"/>
          </a:ln>
        </p:spPr>
      </p:sp>
      <p:sp>
        <p:nvSpPr>
          <p:cNvPr id="162" name="C0_xtick_0"/>
          <p:cNvSpPr>
            <a:spLocks noGrp="1"/>
          </p:cNvSpPr>
          <p:nvPr/>
        </p:nvSpPr>
        <p:spPr>
          <a:xfrm>
            <a:off x="3672000" y="3456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63" name="C0_xlabel_0"/>
          <p:cNvSpPr>
            <a:spLocks noGrp="1"/>
          </p:cNvSpPr>
          <p:nvPr/>
        </p:nvSpPr>
        <p:spPr>
          <a:xfrm>
            <a:off x="3492000" y="3493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08:30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64" name="C0_xtick_1"/>
          <p:cNvSpPr>
            <a:spLocks noGrp="1"/>
          </p:cNvSpPr>
          <p:nvPr/>
        </p:nvSpPr>
        <p:spPr>
          <a:xfrm>
            <a:off x="4536000" y="3456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65" name="C0_xlabel_1"/>
          <p:cNvSpPr>
            <a:spLocks noGrp="1"/>
          </p:cNvSpPr>
          <p:nvPr/>
        </p:nvSpPr>
        <p:spPr>
          <a:xfrm>
            <a:off x="4356000" y="3493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09:30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66" name="C0_xtick_2"/>
          <p:cNvSpPr>
            <a:spLocks noGrp="1"/>
          </p:cNvSpPr>
          <p:nvPr/>
        </p:nvSpPr>
        <p:spPr>
          <a:xfrm>
            <a:off x="5400000" y="3456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67" name="C0_xlabel_2"/>
          <p:cNvSpPr>
            <a:spLocks noGrp="1"/>
          </p:cNvSpPr>
          <p:nvPr/>
        </p:nvSpPr>
        <p:spPr>
          <a:xfrm>
            <a:off x="5220000" y="3493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10:30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68" name="C0_xtick_3"/>
          <p:cNvSpPr>
            <a:spLocks noGrp="1"/>
          </p:cNvSpPr>
          <p:nvPr/>
        </p:nvSpPr>
        <p:spPr>
          <a:xfrm>
            <a:off x="6264000" y="3456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69" name="C0_xlabel_3"/>
          <p:cNvSpPr>
            <a:spLocks noGrp="1"/>
          </p:cNvSpPr>
          <p:nvPr/>
        </p:nvSpPr>
        <p:spPr>
          <a:xfrm>
            <a:off x="6084000" y="3493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11:30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70" name="C0_t0"/>
          <p:cNvSpPr>
            <a:spLocks noGrp="1"/>
          </p:cNvSpPr>
          <p:nvPr/>
        </p:nvSpPr>
        <p:spPr>
          <a:xfrm>
            <a:off x="5400000" y="2664000"/>
            <a:ext cx="36" cy="792000"/>
          </a:xfrm>
          <a:custGeom>
            <a:avLst/>
            <a:gdLst/>
            <a:ahLst/>
            <a:cxnLst/>
            <a:pathLst>
              <a:path w="36" h="792000">
                <a:moveTo>
                  <a:pt x="0" y="0"/>
                </a:moveTo>
                <a:lnTo>
                  <a:pt x="0" y="792000"/>
                </a:lnTo>
              </a:path>
            </a:pathLst>
          </a:custGeom>
          <a:noFill/>
          <a:ln w="8255">
            <a:solidFill>
              <a:srgbClr val="7F7F7F"/>
            </a:solidFill>
            <a:prstDash val="dash"/>
          </a:ln>
        </p:spPr>
      </p:sp>
      <p:sp>
        <p:nvSpPr>
          <p:cNvPr id="171" name="C0_far_boundary"/>
          <p:cNvSpPr>
            <a:spLocks noGrp="1"/>
          </p:cNvSpPr>
          <p:nvPr/>
        </p:nvSpPr>
        <p:spPr>
          <a:xfrm>
            <a:off x="5832000" y="2664000"/>
            <a:ext cx="36" cy="792000"/>
          </a:xfrm>
          <a:custGeom>
            <a:avLst/>
            <a:gdLst/>
            <a:ahLst/>
            <a:cxnLst/>
            <a:pathLst>
              <a:path w="36" h="792000">
                <a:moveTo>
                  <a:pt x="0" y="0"/>
                </a:moveTo>
                <a:lnTo>
                  <a:pt x="0" y="792000"/>
                </a:lnTo>
              </a:path>
            </a:pathLst>
          </a:custGeom>
          <a:noFill/>
          <a:ln w="5080">
            <a:solidFill>
              <a:srgbClr val="DBDBDB"/>
            </a:solidFill>
            <a:prstDash val="solid"/>
          </a:ln>
        </p:spPr>
      </p:sp>
      <p:graphicFrame>
        <p:nvGraphicFramePr>
          <p:cNvPr id="172" name="Chart"/>
          <p:cNvGraphicFramePr/>
          <p:nvPr/>
        </p:nvGraphicFramePr>
        <p:xfrm>
          <a:off x="3672000" y="2664000"/>
          <a:ext cx="2592000" cy="792000"/>
        </p:xfrm>
        <a:graphic>
          <a:graphicData uri="http://schemas.openxmlformats.org/drawingml/2006/chart">
            <c:chart xmlns:c="http://schemas.openxmlformats.org/drawingml/2006/chart" xmlns:r="http://schemas.openxmlformats.org/officeDocument/2006/relationships" r:id="rId4"/>
          </a:graphicData>
        </a:graphic>
      </p:graphicFrame>
      <p:sp>
        <p:nvSpPr>
          <p:cNvPr id="173" name="C0_history_scope"/>
          <p:cNvSpPr>
            <a:spLocks noGrp="1"/>
          </p:cNvSpPr>
          <p:nvPr/>
        </p:nvSpPr>
        <p:spPr>
          <a:xfrm>
            <a:off x="3672000" y="2503549"/>
            <a:ext cx="1728000" cy="104902"/>
          </a:xfrm>
          <a:prstGeom prst="rect">
            <a:avLst/>
          </a:prstGeom>
          <a:noFill/>
          <a:ln w="0">
            <a:noFill/>
            <a:prstDash val="solid"/>
          </a:ln>
        </p:spPr>
        <p:txBody>
          <a:bodyPr wrap="none" lIns="0" tIns="0" rIns="0" bIns="0" anchor="ctr">
            <a:noAutofit/>
          </a:bodyPr>
          <a:lstStyle>
            <a:defPPr algn="ctr">
              <a:defRPr sz="700" b="0" i="0">
                <a:solidFill>
                  <a:srgbClr val="666666"/>
                </a:solidFill>
                <a:latin typeface="Times New Roman" panose="02020603050405020304"/>
                <a:ea typeface="Times New Roman" panose="02020603050405020304"/>
                <a:cs typeface="Times New Roman" panose="02020603050405020304"/>
              </a:defRPr>
            </a:defPPr>
          </a:lstStyle>
          <a:p>
            <a:pPr algn="ctr">
              <a:defRPr sz="700" b="0" i="0">
                <a:solidFill>
                  <a:srgbClr val="666666"/>
                </a:solidFill>
                <a:latin typeface="Times New Roman" panose="02020603050405020304"/>
                <a:ea typeface="Times New Roman" panose="02020603050405020304"/>
                <a:cs typeface="Times New Roman" panose="02020603050405020304"/>
              </a:defRPr>
            </a:pPr>
            <a:r>
              <a:rPr sz="700" b="0" i="0">
                <a:solidFill>
                  <a:srgbClr val="666666"/>
                </a:solidFill>
                <a:latin typeface="Times New Roman" panose="02020603050405020304"/>
                <a:ea typeface="Times New Roman" panose="02020603050405020304"/>
                <a:cs typeface="Times New Roman" panose="02020603050405020304"/>
              </a:rPr>
              <a:t>Observed history</a:t>
            </a:r>
            <a:endParaRPr sz="700" b="0" i="0">
              <a:solidFill>
                <a:srgbClr val="666666"/>
              </a:solidFill>
              <a:latin typeface="Times New Roman" panose="02020603050405020304"/>
              <a:ea typeface="Times New Roman" panose="02020603050405020304"/>
              <a:cs typeface="Times New Roman" panose="02020603050405020304"/>
            </a:endParaRPr>
          </a:p>
        </p:txBody>
      </p:sp>
      <p:sp>
        <p:nvSpPr>
          <p:cNvPr id="174" name="C0_continuation_scope"/>
          <p:cNvSpPr>
            <a:spLocks noGrp="1"/>
          </p:cNvSpPr>
          <p:nvPr/>
        </p:nvSpPr>
        <p:spPr>
          <a:xfrm>
            <a:off x="5364000" y="2503549"/>
            <a:ext cx="936000" cy="104902"/>
          </a:xfrm>
          <a:prstGeom prst="rect">
            <a:avLst/>
          </a:prstGeom>
          <a:noFill/>
          <a:ln w="0">
            <a:noFill/>
            <a:prstDash val="solid"/>
          </a:ln>
        </p:spPr>
        <p:txBody>
          <a:bodyPr wrap="none" lIns="0" tIns="0" rIns="0" bIns="0" anchor="ctr">
            <a:noAutofit/>
          </a:bodyPr>
          <a:lstStyle>
            <a:defPPr algn="ctr">
              <a:defRPr sz="700" b="0" i="0">
                <a:solidFill>
                  <a:srgbClr val="666666"/>
                </a:solidFill>
                <a:latin typeface="Times New Roman" panose="02020603050405020304"/>
                <a:ea typeface="Times New Roman" panose="02020603050405020304"/>
                <a:cs typeface="Times New Roman" panose="02020603050405020304"/>
              </a:defRPr>
            </a:defPPr>
          </a:lstStyle>
          <a:p>
            <a:pPr algn="ctr">
              <a:defRPr sz="700" b="0" i="0">
                <a:solidFill>
                  <a:srgbClr val="666666"/>
                </a:solidFill>
                <a:latin typeface="Times New Roman" panose="02020603050405020304"/>
                <a:ea typeface="Times New Roman" panose="02020603050405020304"/>
                <a:cs typeface="Times New Roman" panose="02020603050405020304"/>
              </a:defRPr>
            </a:pPr>
            <a:r>
              <a:rPr sz="700" b="0" i="0">
                <a:solidFill>
                  <a:srgbClr val="666666"/>
                </a:solidFill>
                <a:latin typeface="Times New Roman" panose="02020603050405020304"/>
                <a:ea typeface="Times New Roman" panose="02020603050405020304"/>
                <a:cs typeface="Times New Roman" panose="02020603050405020304"/>
              </a:rPr>
              <a:t>Observed continuation</a:t>
            </a:r>
            <a:endParaRPr sz="700" b="0" i="0">
              <a:solidFill>
                <a:srgbClr val="666666"/>
              </a:solidFill>
              <a:latin typeface="Times New Roman" panose="02020603050405020304"/>
              <a:ea typeface="Times New Roman" panose="02020603050405020304"/>
              <a:cs typeface="Times New Roman" panose="02020603050405020304"/>
            </a:endParaRPr>
          </a:p>
        </p:txBody>
      </p:sp>
      <p:sp>
        <p:nvSpPr>
          <p:cNvPr id="175" name="C0_r"/>
          <p:cNvSpPr>
            <a:spLocks noGrp="1"/>
          </p:cNvSpPr>
          <p:nvPr/>
        </p:nvSpPr>
        <p:spPr>
          <a:xfrm>
            <a:off x="3772800" y="2666989"/>
            <a:ext cx="1080000" cy="104902"/>
          </a:xfrm>
          <a:prstGeom prst="rect">
            <a:avLst/>
          </a:prstGeom>
          <a:noFill/>
          <a:ln w="0">
            <a:noFill/>
            <a:prstDash val="solid"/>
          </a:ln>
        </p:spPr>
        <p:txBody>
          <a:bodyPr wrap="none" lIns="0" tIns="0" rIns="0" bIns="0" anchor="ctr">
            <a:noAutofit/>
          </a:bodyPr>
          <a:lstStyle>
            <a:defPPr algn="l">
              <a:defRPr sz="700" b="0" i="0">
                <a:solidFill>
                  <a:srgbClr val="666666"/>
                </a:solidFill>
                <a:latin typeface="Times New Roman" panose="02020603050405020304"/>
                <a:ea typeface="Times New Roman" panose="02020603050405020304"/>
                <a:cs typeface="Times New Roman" panose="02020603050405020304"/>
              </a:defRPr>
            </a:defPPr>
          </a:lstStyle>
          <a:p>
            <a:pPr algn="l">
              <a:defRPr sz="700" b="0" i="0">
                <a:solidFill>
                  <a:srgbClr val="666666"/>
                </a:solidFill>
                <a:latin typeface="Times New Roman" panose="02020603050405020304"/>
                <a:ea typeface="Times New Roman" panose="02020603050405020304"/>
                <a:cs typeface="Times New Roman" panose="02020603050405020304"/>
              </a:defRPr>
            </a:pPr>
            <a:r>
              <a:rPr sz="700" b="0" i="0">
                <a:solidFill>
                  <a:srgbClr val="666666"/>
                </a:solidFill>
                <a:latin typeface="Times New Roman" panose="02020603050405020304"/>
                <a:ea typeface="Times New Roman" panose="02020603050405020304"/>
                <a:cs typeface="Times New Roman" panose="02020603050405020304"/>
              </a:rPr>
              <a:t>r = 0.859</a:t>
            </a:r>
            <a:endParaRPr sz="700" b="0" i="0">
              <a:solidFill>
                <a:srgbClr val="666666"/>
              </a:solidFill>
              <a:latin typeface="Times New Roman" panose="02020603050405020304"/>
              <a:ea typeface="Times New Roman" panose="02020603050405020304"/>
              <a:cs typeface="Times New Roman" panose="02020603050405020304"/>
            </a:endParaRPr>
          </a:p>
        </p:txBody>
      </p:sp>
      <p:sp>
        <p:nvSpPr>
          <p:cNvPr id="176" name="C0_Near_title"/>
          <p:cNvSpPr>
            <a:spLocks noGrp="1"/>
          </p:cNvSpPr>
          <p:nvPr/>
        </p:nvSpPr>
        <p:spPr>
          <a:xfrm>
            <a:off x="5400000" y="2678869"/>
            <a:ext cx="432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Near</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77" name="C0_Near_delta"/>
          <p:cNvSpPr>
            <a:spLocks noGrp="1"/>
          </p:cNvSpPr>
          <p:nvPr/>
        </p:nvSpPr>
        <p:spPr>
          <a:xfrm>
            <a:off x="5400000" y="2769949"/>
            <a:ext cx="432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Δ = 0.0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78" name="C0_Far_title"/>
          <p:cNvSpPr>
            <a:spLocks noGrp="1"/>
          </p:cNvSpPr>
          <p:nvPr/>
        </p:nvSpPr>
        <p:spPr>
          <a:xfrm>
            <a:off x="5832000" y="2678869"/>
            <a:ext cx="432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Far</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79" name="C0_Far_delta"/>
          <p:cNvSpPr>
            <a:spLocks noGrp="1"/>
          </p:cNvSpPr>
          <p:nvPr/>
        </p:nvSpPr>
        <p:spPr>
          <a:xfrm>
            <a:off x="5832000" y="2769949"/>
            <a:ext cx="432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Δ = 0.5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80" name="C1_near"/>
          <p:cNvSpPr>
            <a:spLocks noGrp="1"/>
          </p:cNvSpPr>
          <p:nvPr/>
        </p:nvSpPr>
        <p:spPr>
          <a:xfrm>
            <a:off x="5400000" y="4320000"/>
            <a:ext cx="432000" cy="792000"/>
          </a:xfrm>
          <a:prstGeom prst="rect">
            <a:avLst/>
          </a:prstGeom>
          <a:solidFill>
            <a:srgbClr val="FFF8E1"/>
          </a:solidFill>
          <a:ln w="0">
            <a:noFill/>
            <a:prstDash val="solid"/>
          </a:ln>
        </p:spPr>
      </p:sp>
      <p:sp>
        <p:nvSpPr>
          <p:cNvPr id="181" name="C1_far"/>
          <p:cNvSpPr>
            <a:spLocks noGrp="1"/>
          </p:cNvSpPr>
          <p:nvPr/>
        </p:nvSpPr>
        <p:spPr>
          <a:xfrm>
            <a:off x="5832000" y="4320000"/>
            <a:ext cx="432000" cy="792000"/>
          </a:xfrm>
          <a:prstGeom prst="rect">
            <a:avLst/>
          </a:prstGeom>
          <a:solidFill>
            <a:srgbClr val="FFF2CC"/>
          </a:solidFill>
          <a:ln w="0">
            <a:noFill/>
            <a:prstDash val="solid"/>
          </a:ln>
        </p:spPr>
      </p:sp>
      <p:sp>
        <p:nvSpPr>
          <p:cNvPr id="182" name="C1_ytick_0"/>
          <p:cNvSpPr>
            <a:spLocks noGrp="1"/>
          </p:cNvSpPr>
          <p:nvPr/>
        </p:nvSpPr>
        <p:spPr>
          <a:xfrm>
            <a:off x="3641400" y="5112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83" name="C1_ylabel_0"/>
          <p:cNvSpPr>
            <a:spLocks noGrp="1"/>
          </p:cNvSpPr>
          <p:nvPr/>
        </p:nvSpPr>
        <p:spPr>
          <a:xfrm>
            <a:off x="3441600" y="5059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84" name="C1_grid_5"/>
          <p:cNvSpPr>
            <a:spLocks noGrp="1"/>
          </p:cNvSpPr>
          <p:nvPr/>
        </p:nvSpPr>
        <p:spPr>
          <a:xfrm>
            <a:off x="3672000" y="4914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185" name="C1_ytick_5"/>
          <p:cNvSpPr>
            <a:spLocks noGrp="1"/>
          </p:cNvSpPr>
          <p:nvPr/>
        </p:nvSpPr>
        <p:spPr>
          <a:xfrm>
            <a:off x="3641400" y="4914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86" name="C1_ylabel_5"/>
          <p:cNvSpPr>
            <a:spLocks noGrp="1"/>
          </p:cNvSpPr>
          <p:nvPr/>
        </p:nvSpPr>
        <p:spPr>
          <a:xfrm>
            <a:off x="3441600" y="4861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87" name="C1_grid_10"/>
          <p:cNvSpPr>
            <a:spLocks noGrp="1"/>
          </p:cNvSpPr>
          <p:nvPr/>
        </p:nvSpPr>
        <p:spPr>
          <a:xfrm>
            <a:off x="3672000" y="4716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188" name="C1_ytick_10"/>
          <p:cNvSpPr>
            <a:spLocks noGrp="1"/>
          </p:cNvSpPr>
          <p:nvPr/>
        </p:nvSpPr>
        <p:spPr>
          <a:xfrm>
            <a:off x="3641400" y="4716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89" name="C1_ylabel_10"/>
          <p:cNvSpPr>
            <a:spLocks noGrp="1"/>
          </p:cNvSpPr>
          <p:nvPr/>
        </p:nvSpPr>
        <p:spPr>
          <a:xfrm>
            <a:off x="3441600" y="4663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90" name="C1_grid_15"/>
          <p:cNvSpPr>
            <a:spLocks noGrp="1"/>
          </p:cNvSpPr>
          <p:nvPr/>
        </p:nvSpPr>
        <p:spPr>
          <a:xfrm>
            <a:off x="3672000" y="4518000"/>
            <a:ext cx="1728000" cy="36"/>
          </a:xfrm>
          <a:custGeom>
            <a:avLst/>
            <a:gdLst/>
            <a:ahLst/>
            <a:cxnLst/>
            <a:pathLst>
              <a:path w="1728000" h="36">
                <a:moveTo>
                  <a:pt x="0" y="0"/>
                </a:moveTo>
                <a:lnTo>
                  <a:pt x="1728000" y="0"/>
                </a:lnTo>
              </a:path>
            </a:pathLst>
          </a:custGeom>
          <a:noFill/>
          <a:ln w="4445">
            <a:solidFill>
              <a:srgbClr val="E6E6E6"/>
            </a:solidFill>
            <a:prstDash val="solid"/>
          </a:ln>
        </p:spPr>
      </p:sp>
      <p:sp>
        <p:nvSpPr>
          <p:cNvPr id="191" name="C1_ytick_15"/>
          <p:cNvSpPr>
            <a:spLocks noGrp="1"/>
          </p:cNvSpPr>
          <p:nvPr/>
        </p:nvSpPr>
        <p:spPr>
          <a:xfrm>
            <a:off x="3641400" y="4518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92" name="C1_ylabel_15"/>
          <p:cNvSpPr>
            <a:spLocks noGrp="1"/>
          </p:cNvSpPr>
          <p:nvPr/>
        </p:nvSpPr>
        <p:spPr>
          <a:xfrm>
            <a:off x="3441600" y="4465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15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93" name="C1_grid_20"/>
          <p:cNvSpPr>
            <a:spLocks noGrp="1"/>
          </p:cNvSpPr>
          <p:nvPr/>
        </p:nvSpPr>
        <p:spPr>
          <a:xfrm>
            <a:off x="3672000" y="4320000"/>
            <a:ext cx="2592000" cy="36"/>
          </a:xfrm>
          <a:custGeom>
            <a:avLst/>
            <a:gdLst/>
            <a:ahLst/>
            <a:cxnLst/>
            <a:pathLst>
              <a:path w="2592000" h="36">
                <a:moveTo>
                  <a:pt x="0" y="0"/>
                </a:moveTo>
                <a:lnTo>
                  <a:pt x="2592000" y="0"/>
                </a:lnTo>
              </a:path>
            </a:pathLst>
          </a:custGeom>
          <a:noFill/>
          <a:ln w="4445">
            <a:solidFill>
              <a:srgbClr val="E6E6E6"/>
            </a:solidFill>
            <a:prstDash val="solid"/>
          </a:ln>
        </p:spPr>
      </p:sp>
      <p:sp>
        <p:nvSpPr>
          <p:cNvPr id="194" name="C1_ytick_20"/>
          <p:cNvSpPr>
            <a:spLocks noGrp="1"/>
          </p:cNvSpPr>
          <p:nvPr/>
        </p:nvSpPr>
        <p:spPr>
          <a:xfrm>
            <a:off x="3641400" y="4320000"/>
            <a:ext cx="30600" cy="36"/>
          </a:xfrm>
          <a:custGeom>
            <a:avLst/>
            <a:gdLst/>
            <a:ahLst/>
            <a:cxnLst/>
            <a:pathLst>
              <a:path w="30600" h="36">
                <a:moveTo>
                  <a:pt x="0" y="0"/>
                </a:moveTo>
                <a:lnTo>
                  <a:pt x="30600" y="0"/>
                </a:lnTo>
              </a:path>
            </a:pathLst>
          </a:custGeom>
          <a:noFill/>
          <a:ln w="8255">
            <a:solidFill>
              <a:srgbClr val="000000"/>
            </a:solidFill>
            <a:prstDash val="solid"/>
          </a:ln>
        </p:spPr>
      </p:sp>
      <p:sp>
        <p:nvSpPr>
          <p:cNvPr id="195" name="C1_ylabel_20"/>
          <p:cNvSpPr>
            <a:spLocks noGrp="1"/>
          </p:cNvSpPr>
          <p:nvPr/>
        </p:nvSpPr>
        <p:spPr>
          <a:xfrm>
            <a:off x="3441600" y="4267549"/>
            <a:ext cx="180000" cy="104902"/>
          </a:xfrm>
          <a:prstGeom prst="rect">
            <a:avLst/>
          </a:prstGeom>
          <a:noFill/>
          <a:ln w="0">
            <a:noFill/>
            <a:prstDash val="solid"/>
          </a:ln>
        </p:spPr>
        <p:txBody>
          <a:bodyPr wrap="none" lIns="0" tIns="0" rIns="0" bIns="0" anchor="ctr">
            <a:noAutofit/>
          </a:bodyPr>
          <a:lstStyle>
            <a:defPPr algn="r">
              <a:defRPr sz="700" b="0" i="0">
                <a:solidFill>
                  <a:srgbClr val="000000"/>
                </a:solidFill>
                <a:latin typeface="Times New Roman" panose="02020603050405020304"/>
                <a:ea typeface="Times New Roman" panose="02020603050405020304"/>
                <a:cs typeface="Times New Roman" panose="02020603050405020304"/>
              </a:defRPr>
            </a:defPPr>
          </a:lstStyle>
          <a:p>
            <a:pPr algn="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20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196" name="C1_yaxis"/>
          <p:cNvSpPr>
            <a:spLocks noGrp="1"/>
          </p:cNvSpPr>
          <p:nvPr/>
        </p:nvSpPr>
        <p:spPr>
          <a:xfrm>
            <a:off x="3672000" y="4320000"/>
            <a:ext cx="36" cy="792000"/>
          </a:xfrm>
          <a:custGeom>
            <a:avLst/>
            <a:gdLst/>
            <a:ahLst/>
            <a:cxnLst/>
            <a:pathLst>
              <a:path w="36" h="792000">
                <a:moveTo>
                  <a:pt x="0" y="0"/>
                </a:moveTo>
                <a:lnTo>
                  <a:pt x="0" y="792000"/>
                </a:lnTo>
              </a:path>
            </a:pathLst>
          </a:custGeom>
          <a:noFill/>
          <a:ln w="8890">
            <a:solidFill>
              <a:srgbClr val="000000"/>
            </a:solidFill>
            <a:prstDash val="solid"/>
          </a:ln>
        </p:spPr>
      </p:sp>
      <p:sp>
        <p:nvSpPr>
          <p:cNvPr id="197" name="C1_xaxis"/>
          <p:cNvSpPr>
            <a:spLocks noGrp="1"/>
          </p:cNvSpPr>
          <p:nvPr/>
        </p:nvSpPr>
        <p:spPr>
          <a:xfrm>
            <a:off x="3672000" y="5112000"/>
            <a:ext cx="2592000" cy="36"/>
          </a:xfrm>
          <a:custGeom>
            <a:avLst/>
            <a:gdLst/>
            <a:ahLst/>
            <a:cxnLst/>
            <a:pathLst>
              <a:path w="2592000" h="36">
                <a:moveTo>
                  <a:pt x="0" y="0"/>
                </a:moveTo>
                <a:lnTo>
                  <a:pt x="2592000" y="0"/>
                </a:lnTo>
              </a:path>
            </a:pathLst>
          </a:custGeom>
          <a:noFill/>
          <a:ln w="8890">
            <a:solidFill>
              <a:srgbClr val="000000"/>
            </a:solidFill>
            <a:prstDash val="solid"/>
          </a:ln>
        </p:spPr>
      </p:sp>
      <p:sp>
        <p:nvSpPr>
          <p:cNvPr id="198" name="C1_xtick_0"/>
          <p:cNvSpPr>
            <a:spLocks noGrp="1"/>
          </p:cNvSpPr>
          <p:nvPr/>
        </p:nvSpPr>
        <p:spPr>
          <a:xfrm>
            <a:off x="3672000" y="51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199" name="C1_xlabel_0"/>
          <p:cNvSpPr>
            <a:spLocks noGrp="1"/>
          </p:cNvSpPr>
          <p:nvPr/>
        </p:nvSpPr>
        <p:spPr>
          <a:xfrm>
            <a:off x="3492000" y="5149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06:15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200" name="C1_xtick_1"/>
          <p:cNvSpPr>
            <a:spLocks noGrp="1"/>
          </p:cNvSpPr>
          <p:nvPr/>
        </p:nvSpPr>
        <p:spPr>
          <a:xfrm>
            <a:off x="4536000" y="51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201" name="C1_xlabel_1"/>
          <p:cNvSpPr>
            <a:spLocks noGrp="1"/>
          </p:cNvSpPr>
          <p:nvPr/>
        </p:nvSpPr>
        <p:spPr>
          <a:xfrm>
            <a:off x="4356000" y="5149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07:15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202" name="C1_xtick_2"/>
          <p:cNvSpPr>
            <a:spLocks noGrp="1"/>
          </p:cNvSpPr>
          <p:nvPr/>
        </p:nvSpPr>
        <p:spPr>
          <a:xfrm>
            <a:off x="5400000" y="51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203" name="C1_xlabel_2"/>
          <p:cNvSpPr>
            <a:spLocks noGrp="1"/>
          </p:cNvSpPr>
          <p:nvPr/>
        </p:nvSpPr>
        <p:spPr>
          <a:xfrm>
            <a:off x="5220000" y="5149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08:15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204" name="C1_xtick_3"/>
          <p:cNvSpPr>
            <a:spLocks noGrp="1"/>
          </p:cNvSpPr>
          <p:nvPr/>
        </p:nvSpPr>
        <p:spPr>
          <a:xfrm>
            <a:off x="6264000" y="5112000"/>
            <a:ext cx="36" cy="30600"/>
          </a:xfrm>
          <a:custGeom>
            <a:avLst/>
            <a:gdLst/>
            <a:ahLst/>
            <a:cxnLst/>
            <a:pathLst>
              <a:path w="36" h="30600">
                <a:moveTo>
                  <a:pt x="0" y="0"/>
                </a:moveTo>
                <a:lnTo>
                  <a:pt x="0" y="30600"/>
                </a:lnTo>
              </a:path>
            </a:pathLst>
          </a:custGeom>
          <a:noFill/>
          <a:ln w="8255">
            <a:solidFill>
              <a:srgbClr val="000000"/>
            </a:solidFill>
            <a:prstDash val="solid"/>
          </a:ln>
        </p:spPr>
      </p:sp>
      <p:sp>
        <p:nvSpPr>
          <p:cNvPr id="205" name="C1_xlabel_3"/>
          <p:cNvSpPr>
            <a:spLocks noGrp="1"/>
          </p:cNvSpPr>
          <p:nvPr/>
        </p:nvSpPr>
        <p:spPr>
          <a:xfrm>
            <a:off x="6084000" y="5149549"/>
            <a:ext cx="360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09:15</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206" name="C1_t0"/>
          <p:cNvSpPr>
            <a:spLocks noGrp="1"/>
          </p:cNvSpPr>
          <p:nvPr/>
        </p:nvSpPr>
        <p:spPr>
          <a:xfrm>
            <a:off x="5400000" y="4320000"/>
            <a:ext cx="36" cy="792000"/>
          </a:xfrm>
          <a:custGeom>
            <a:avLst/>
            <a:gdLst/>
            <a:ahLst/>
            <a:cxnLst/>
            <a:pathLst>
              <a:path w="36" h="792000">
                <a:moveTo>
                  <a:pt x="0" y="0"/>
                </a:moveTo>
                <a:lnTo>
                  <a:pt x="0" y="792000"/>
                </a:lnTo>
              </a:path>
            </a:pathLst>
          </a:custGeom>
          <a:noFill/>
          <a:ln w="8255">
            <a:solidFill>
              <a:srgbClr val="7F7F7F"/>
            </a:solidFill>
            <a:prstDash val="dash"/>
          </a:ln>
        </p:spPr>
      </p:sp>
      <p:sp>
        <p:nvSpPr>
          <p:cNvPr id="207" name="C1_far_boundary"/>
          <p:cNvSpPr>
            <a:spLocks noGrp="1"/>
          </p:cNvSpPr>
          <p:nvPr/>
        </p:nvSpPr>
        <p:spPr>
          <a:xfrm>
            <a:off x="5832000" y="4320000"/>
            <a:ext cx="36" cy="792000"/>
          </a:xfrm>
          <a:custGeom>
            <a:avLst/>
            <a:gdLst/>
            <a:ahLst/>
            <a:cxnLst/>
            <a:pathLst>
              <a:path w="36" h="792000">
                <a:moveTo>
                  <a:pt x="0" y="0"/>
                </a:moveTo>
                <a:lnTo>
                  <a:pt x="0" y="792000"/>
                </a:lnTo>
              </a:path>
            </a:pathLst>
          </a:custGeom>
          <a:noFill/>
          <a:ln w="5080">
            <a:solidFill>
              <a:srgbClr val="DBDBDB"/>
            </a:solidFill>
            <a:prstDash val="solid"/>
          </a:ln>
        </p:spPr>
      </p:sp>
      <p:graphicFrame>
        <p:nvGraphicFramePr>
          <p:cNvPr id="208" name="Chart"/>
          <p:cNvGraphicFramePr/>
          <p:nvPr/>
        </p:nvGraphicFramePr>
        <p:xfrm>
          <a:off x="3672000" y="4320000"/>
          <a:ext cx="2592000" cy="792000"/>
        </p:xfrm>
        <a:graphic>
          <a:graphicData uri="http://schemas.openxmlformats.org/drawingml/2006/chart">
            <c:chart xmlns:c="http://schemas.openxmlformats.org/drawingml/2006/chart" xmlns:r="http://schemas.openxmlformats.org/officeDocument/2006/relationships" r:id="rId5"/>
          </a:graphicData>
        </a:graphic>
      </p:graphicFrame>
      <p:sp>
        <p:nvSpPr>
          <p:cNvPr id="209" name="C1_history_scope"/>
          <p:cNvSpPr>
            <a:spLocks noGrp="1"/>
          </p:cNvSpPr>
          <p:nvPr/>
        </p:nvSpPr>
        <p:spPr>
          <a:xfrm>
            <a:off x="3672000" y="4159549"/>
            <a:ext cx="1728000" cy="104902"/>
          </a:xfrm>
          <a:prstGeom prst="rect">
            <a:avLst/>
          </a:prstGeom>
          <a:noFill/>
          <a:ln w="0">
            <a:noFill/>
            <a:prstDash val="solid"/>
          </a:ln>
        </p:spPr>
        <p:txBody>
          <a:bodyPr wrap="none" lIns="0" tIns="0" rIns="0" bIns="0" anchor="ctr">
            <a:noAutofit/>
          </a:bodyPr>
          <a:lstStyle>
            <a:defPPr algn="ctr">
              <a:defRPr sz="700" b="0" i="0">
                <a:solidFill>
                  <a:srgbClr val="666666"/>
                </a:solidFill>
                <a:latin typeface="Times New Roman" panose="02020603050405020304"/>
                <a:ea typeface="Times New Roman" panose="02020603050405020304"/>
                <a:cs typeface="Times New Roman" panose="02020603050405020304"/>
              </a:defRPr>
            </a:defPPr>
          </a:lstStyle>
          <a:p>
            <a:pPr algn="ctr">
              <a:defRPr sz="700" b="0" i="0">
                <a:solidFill>
                  <a:srgbClr val="666666"/>
                </a:solidFill>
                <a:latin typeface="Times New Roman" panose="02020603050405020304"/>
                <a:ea typeface="Times New Roman" panose="02020603050405020304"/>
                <a:cs typeface="Times New Roman" panose="02020603050405020304"/>
              </a:defRPr>
            </a:pPr>
            <a:r>
              <a:rPr sz="700" b="0" i="0">
                <a:solidFill>
                  <a:srgbClr val="666666"/>
                </a:solidFill>
                <a:latin typeface="Times New Roman" panose="02020603050405020304"/>
                <a:ea typeface="Times New Roman" panose="02020603050405020304"/>
                <a:cs typeface="Times New Roman" panose="02020603050405020304"/>
              </a:rPr>
              <a:t>Observed history</a:t>
            </a:r>
            <a:endParaRPr sz="700" b="0" i="0">
              <a:solidFill>
                <a:srgbClr val="666666"/>
              </a:solidFill>
              <a:latin typeface="Times New Roman" panose="02020603050405020304"/>
              <a:ea typeface="Times New Roman" panose="02020603050405020304"/>
              <a:cs typeface="Times New Roman" panose="02020603050405020304"/>
            </a:endParaRPr>
          </a:p>
        </p:txBody>
      </p:sp>
      <p:sp>
        <p:nvSpPr>
          <p:cNvPr id="210" name="C1_continuation_scope"/>
          <p:cNvSpPr>
            <a:spLocks noGrp="1"/>
          </p:cNvSpPr>
          <p:nvPr/>
        </p:nvSpPr>
        <p:spPr>
          <a:xfrm>
            <a:off x="5364000" y="4159549"/>
            <a:ext cx="936000" cy="104902"/>
          </a:xfrm>
          <a:prstGeom prst="rect">
            <a:avLst/>
          </a:prstGeom>
          <a:noFill/>
          <a:ln w="0">
            <a:noFill/>
            <a:prstDash val="solid"/>
          </a:ln>
        </p:spPr>
        <p:txBody>
          <a:bodyPr wrap="none" lIns="0" tIns="0" rIns="0" bIns="0" anchor="ctr">
            <a:noAutofit/>
          </a:bodyPr>
          <a:lstStyle>
            <a:defPPr algn="ctr">
              <a:defRPr sz="700" b="0" i="0">
                <a:solidFill>
                  <a:srgbClr val="666666"/>
                </a:solidFill>
                <a:latin typeface="Times New Roman" panose="02020603050405020304"/>
                <a:ea typeface="Times New Roman" panose="02020603050405020304"/>
                <a:cs typeface="Times New Roman" panose="02020603050405020304"/>
              </a:defRPr>
            </a:defPPr>
          </a:lstStyle>
          <a:p>
            <a:pPr algn="ctr">
              <a:defRPr sz="700" b="0" i="0">
                <a:solidFill>
                  <a:srgbClr val="666666"/>
                </a:solidFill>
                <a:latin typeface="Times New Roman" panose="02020603050405020304"/>
                <a:ea typeface="Times New Roman" panose="02020603050405020304"/>
                <a:cs typeface="Times New Roman" panose="02020603050405020304"/>
              </a:defRPr>
            </a:pPr>
            <a:r>
              <a:rPr sz="700" b="0" i="0">
                <a:solidFill>
                  <a:srgbClr val="666666"/>
                </a:solidFill>
                <a:latin typeface="Times New Roman" panose="02020603050405020304"/>
                <a:ea typeface="Times New Roman" panose="02020603050405020304"/>
                <a:cs typeface="Times New Roman" panose="02020603050405020304"/>
              </a:rPr>
              <a:t>Observed continuation</a:t>
            </a:r>
            <a:endParaRPr sz="700" b="0" i="0">
              <a:solidFill>
                <a:srgbClr val="666666"/>
              </a:solidFill>
              <a:latin typeface="Times New Roman" panose="02020603050405020304"/>
              <a:ea typeface="Times New Roman" panose="02020603050405020304"/>
              <a:cs typeface="Times New Roman" panose="02020603050405020304"/>
            </a:endParaRPr>
          </a:p>
        </p:txBody>
      </p:sp>
      <p:sp>
        <p:nvSpPr>
          <p:cNvPr id="211" name="C1_r"/>
          <p:cNvSpPr>
            <a:spLocks noGrp="1"/>
          </p:cNvSpPr>
          <p:nvPr/>
        </p:nvSpPr>
        <p:spPr>
          <a:xfrm>
            <a:off x="3772800" y="4322989"/>
            <a:ext cx="1080000" cy="104902"/>
          </a:xfrm>
          <a:prstGeom prst="rect">
            <a:avLst/>
          </a:prstGeom>
          <a:noFill/>
          <a:ln w="0">
            <a:noFill/>
            <a:prstDash val="solid"/>
          </a:ln>
        </p:spPr>
        <p:txBody>
          <a:bodyPr wrap="none" lIns="0" tIns="0" rIns="0" bIns="0" anchor="ctr">
            <a:noAutofit/>
          </a:bodyPr>
          <a:lstStyle>
            <a:defPPr algn="l">
              <a:defRPr sz="700" b="0" i="0">
                <a:solidFill>
                  <a:srgbClr val="666666"/>
                </a:solidFill>
                <a:latin typeface="Times New Roman" panose="02020603050405020304"/>
                <a:ea typeface="Times New Roman" panose="02020603050405020304"/>
                <a:cs typeface="Times New Roman" panose="02020603050405020304"/>
              </a:defRPr>
            </a:defPPr>
          </a:lstStyle>
          <a:p>
            <a:pPr algn="l">
              <a:defRPr sz="700" b="0" i="0">
                <a:solidFill>
                  <a:srgbClr val="666666"/>
                </a:solidFill>
                <a:latin typeface="Times New Roman" panose="02020603050405020304"/>
                <a:ea typeface="Times New Roman" panose="02020603050405020304"/>
                <a:cs typeface="Times New Roman" panose="02020603050405020304"/>
              </a:defRPr>
            </a:pPr>
            <a:r>
              <a:rPr sz="700" b="0" i="0">
                <a:solidFill>
                  <a:srgbClr val="666666"/>
                </a:solidFill>
                <a:latin typeface="Times New Roman" panose="02020603050405020304"/>
                <a:ea typeface="Times New Roman" panose="02020603050405020304"/>
                <a:cs typeface="Times New Roman" panose="02020603050405020304"/>
              </a:rPr>
              <a:t>r = 0.907</a:t>
            </a:r>
            <a:endParaRPr sz="700" b="0" i="0">
              <a:solidFill>
                <a:srgbClr val="666666"/>
              </a:solidFill>
              <a:latin typeface="Times New Roman" panose="02020603050405020304"/>
              <a:ea typeface="Times New Roman" panose="02020603050405020304"/>
              <a:cs typeface="Times New Roman" panose="02020603050405020304"/>
            </a:endParaRPr>
          </a:p>
        </p:txBody>
      </p:sp>
      <p:sp>
        <p:nvSpPr>
          <p:cNvPr id="212" name="C1_Near_title"/>
          <p:cNvSpPr>
            <a:spLocks noGrp="1"/>
          </p:cNvSpPr>
          <p:nvPr/>
        </p:nvSpPr>
        <p:spPr>
          <a:xfrm>
            <a:off x="5400000" y="4334869"/>
            <a:ext cx="432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Near</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213" name="C1_Near_delta"/>
          <p:cNvSpPr>
            <a:spLocks noGrp="1"/>
          </p:cNvSpPr>
          <p:nvPr/>
        </p:nvSpPr>
        <p:spPr>
          <a:xfrm>
            <a:off x="5400000" y="4425949"/>
            <a:ext cx="432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Δ = 2.0</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214" name="C1_Far_title"/>
          <p:cNvSpPr>
            <a:spLocks noGrp="1"/>
          </p:cNvSpPr>
          <p:nvPr/>
        </p:nvSpPr>
        <p:spPr>
          <a:xfrm>
            <a:off x="5832000" y="4334869"/>
            <a:ext cx="432000" cy="104902"/>
          </a:xfrm>
          <a:prstGeom prst="rect">
            <a:avLst/>
          </a:prstGeom>
          <a:noFill/>
          <a:ln w="0">
            <a:noFill/>
            <a:prstDash val="solid"/>
          </a:ln>
        </p:spPr>
        <p:txBody>
          <a:bodyPr wrap="none" lIns="0" tIns="0" rIns="0" bIns="0" anchor="ctr">
            <a:noAutofit/>
          </a:bodyPr>
          <a:lstStyle>
            <a:defPPr algn="ctr">
              <a:defRPr sz="700" b="0" i="0">
                <a:solidFill>
                  <a:srgbClr val="000000"/>
                </a:solidFill>
                <a:latin typeface="Times New Roman" panose="02020603050405020304"/>
                <a:ea typeface="Times New Roman" panose="02020603050405020304"/>
                <a:cs typeface="Times New Roman" panose="02020603050405020304"/>
              </a:defRPr>
            </a:defPPr>
          </a:lstStyle>
          <a:p>
            <a:pPr algn="ctr">
              <a:defRPr sz="700" b="0" i="0">
                <a:solidFill>
                  <a:srgbClr val="000000"/>
                </a:solidFill>
                <a:latin typeface="Times New Roman" panose="02020603050405020304"/>
                <a:ea typeface="Times New Roman" panose="02020603050405020304"/>
                <a:cs typeface="Times New Roman" panose="02020603050405020304"/>
              </a:defRPr>
            </a:pPr>
            <a:r>
              <a:rPr sz="700" b="0" i="0">
                <a:solidFill>
                  <a:srgbClr val="000000"/>
                </a:solidFill>
                <a:latin typeface="Times New Roman" panose="02020603050405020304"/>
                <a:ea typeface="Times New Roman" panose="02020603050405020304"/>
                <a:cs typeface="Times New Roman" panose="02020603050405020304"/>
              </a:rPr>
              <a:t>Far</a:t>
            </a:r>
            <a:endParaRPr sz="700" b="0" i="0">
              <a:solidFill>
                <a:srgbClr val="000000"/>
              </a:solidFill>
              <a:latin typeface="Times New Roman" panose="02020603050405020304"/>
              <a:ea typeface="Times New Roman" panose="02020603050405020304"/>
              <a:cs typeface="Times New Roman" panose="02020603050405020304"/>
            </a:endParaRPr>
          </a:p>
        </p:txBody>
      </p:sp>
      <p:sp>
        <p:nvSpPr>
          <p:cNvPr id="215" name="C1_Far_delta"/>
          <p:cNvSpPr>
            <a:spLocks noGrp="1"/>
          </p:cNvSpPr>
          <p:nvPr/>
        </p:nvSpPr>
        <p:spPr>
          <a:xfrm>
            <a:off x="5832000" y="4425949"/>
            <a:ext cx="432000" cy="104902"/>
          </a:xfrm>
          <a:prstGeom prst="rect">
            <a:avLst/>
          </a:prstGeom>
          <a:noFill/>
          <a:ln w="0">
            <a:noFill/>
            <a:prstDash val="solid"/>
          </a:ln>
        </p:spPr>
        <p:txBody>
          <a:bodyPr wrap="none" lIns="0" tIns="0" rIns="0" bIns="0" anchor="ctr">
            <a:noAutofit/>
          </a:bodyPr>
          <a:lstStyle>
            <a:defPPr algn="ctr">
              <a:defRPr sz="700" b="1" i="0">
                <a:solidFill>
                  <a:srgbClr val="000000"/>
                </a:solidFill>
                <a:latin typeface="Times New Roman" panose="02020603050405020304"/>
                <a:ea typeface="Times New Roman" panose="02020603050405020304"/>
                <a:cs typeface="Times New Roman" panose="02020603050405020304"/>
              </a:defRPr>
            </a:defPPr>
          </a:lstStyle>
          <a:p>
            <a:pPr algn="ctr">
              <a:defRPr sz="700" b="1" i="0">
                <a:solidFill>
                  <a:srgbClr val="000000"/>
                </a:solidFill>
                <a:latin typeface="Times New Roman" panose="02020603050405020304"/>
                <a:ea typeface="Times New Roman" panose="02020603050405020304"/>
                <a:cs typeface="Times New Roman" panose="02020603050405020304"/>
              </a:defRPr>
            </a:pPr>
            <a:r>
              <a:rPr sz="700" b="1" i="0">
                <a:solidFill>
                  <a:srgbClr val="000000"/>
                </a:solidFill>
                <a:latin typeface="Times New Roman" panose="02020603050405020304"/>
                <a:ea typeface="Times New Roman" panose="02020603050405020304"/>
                <a:cs typeface="Times New Roman" panose="02020603050405020304"/>
              </a:rPr>
              <a:t>Δ = 6.0</a:t>
            </a:r>
            <a:endParaRPr sz="700" b="1" i="0">
              <a:solidFill>
                <a:srgbClr val="000000"/>
              </a:solidFill>
              <a:latin typeface="Times New Roman" panose="02020603050405020304"/>
              <a:ea typeface="Times New Roman" panose="02020603050405020304"/>
              <a:cs typeface="Times New Roman" panose="02020603050405020304"/>
            </a:endParaRPr>
          </a:p>
        </p:txBody>
      </p:sp>
      <p:sp>
        <p:nvSpPr>
          <p:cNvPr id="216" name="BC_vertical_unit"/>
          <p:cNvSpPr>
            <a:spLocks noGrp="1"/>
          </p:cNvSpPr>
          <p:nvPr/>
        </p:nvSpPr>
        <p:spPr>
          <a:xfrm>
            <a:off x="28800" y="3168000"/>
            <a:ext cx="122400" cy="1440000"/>
          </a:xfrm>
          <a:prstGeom prst="rect">
            <a:avLst/>
          </a:prstGeom>
          <a:noFill/>
          <a:ln w="0">
            <a:noFill/>
            <a:prstDash val="solid"/>
          </a:ln>
        </p:spPr>
        <p:txBody>
          <a:bodyPr vert="vert270" wrap="none" lIns="0" tIns="0" rIns="0" bIns="0" anchor="ctr">
            <a:noAutofit/>
          </a:bodyPr>
          <a:lstStyle>
            <a:defPPr algn="ctr">
              <a:defRPr sz="800" b="0" i="0">
                <a:solidFill>
                  <a:srgbClr val="000000"/>
                </a:solidFill>
                <a:latin typeface="Times New Roman" panose="02020603050405020304"/>
                <a:ea typeface="Times New Roman" panose="02020603050405020304"/>
                <a:cs typeface="Times New Roman" panose="02020603050405020304"/>
              </a:defRPr>
            </a:defPPr>
          </a:lstStyle>
          <a:p>
            <a:pPr algn="ctr">
              <a:defRPr sz="800" b="0" i="0">
                <a:solidFill>
                  <a:srgbClr val="000000"/>
                </a:solidFill>
                <a:latin typeface="Times New Roman" panose="02020603050405020304"/>
                <a:ea typeface="Times New Roman" panose="02020603050405020304"/>
                <a:cs typeface="Times New Roman" panose="02020603050405020304"/>
              </a:defRPr>
            </a:pPr>
            <a:r>
              <a:rPr sz="800" b="0" i="0">
                <a:solidFill>
                  <a:srgbClr val="000000"/>
                </a:solidFill>
                <a:latin typeface="Times New Roman" panose="02020603050405020304"/>
                <a:ea typeface="Times New Roman" panose="02020603050405020304"/>
                <a:cs typeface="Times New Roman" panose="02020603050405020304"/>
              </a:rPr>
              <a:t>Departures / 15 min</a:t>
            </a:r>
            <a:endParaRPr sz="800" b="0" i="0">
              <a:solidFill>
                <a:srgbClr val="000000"/>
              </a:solidFill>
              <a:latin typeface="Times New Roman" panose="02020603050405020304"/>
              <a:ea typeface="Times New Roman" panose="02020603050405020304"/>
              <a:cs typeface="Times New Roman" panose="02020603050405020304"/>
            </a:endParaRPr>
          </a:p>
        </p:txBody>
      </p:sp>
      <p:sp>
        <p:nvSpPr>
          <p:cNvPr id="217" name="B_time_label"/>
          <p:cNvSpPr>
            <a:spLocks noGrp="1"/>
          </p:cNvSpPr>
          <p:nvPr/>
        </p:nvSpPr>
        <p:spPr>
          <a:xfrm>
            <a:off x="216000" y="5307803"/>
            <a:ext cx="3024000" cy="112395"/>
          </a:xfrm>
          <a:prstGeom prst="rect">
            <a:avLst/>
          </a:prstGeom>
          <a:noFill/>
          <a:ln w="0">
            <a:noFill/>
            <a:prstDash val="solid"/>
          </a:ln>
        </p:spPr>
        <p:txBody>
          <a:bodyPr wrap="none" lIns="0" tIns="0" rIns="0" bIns="0" anchor="ctr">
            <a:noAutofit/>
          </a:bodyPr>
          <a:lstStyle>
            <a:defPPr algn="ctr">
              <a:defRPr sz="750" b="0" i="0">
                <a:solidFill>
                  <a:srgbClr val="666666"/>
                </a:solidFill>
                <a:latin typeface="Times New Roman" panose="02020603050405020304"/>
                <a:ea typeface="Times New Roman" panose="02020603050405020304"/>
                <a:cs typeface="Times New Roman" panose="02020603050405020304"/>
              </a:defRPr>
            </a:defPPr>
          </a:lstStyle>
          <a:p>
            <a:pPr algn="ctr">
              <a:defRPr sz="750" b="0" i="0">
                <a:solidFill>
                  <a:srgbClr val="666666"/>
                </a:solidFill>
                <a:latin typeface="Times New Roman" panose="02020603050405020304"/>
                <a:ea typeface="Times New Roman" panose="02020603050405020304"/>
                <a:cs typeface="Times New Roman" panose="02020603050405020304"/>
              </a:defRPr>
            </a:pPr>
            <a:r>
              <a:rPr sz="750" b="0" i="0">
                <a:solidFill>
                  <a:srgbClr val="666666"/>
                </a:solidFill>
                <a:latin typeface="Times New Roman" panose="02020603050405020304"/>
                <a:ea typeface="Times New Roman" panose="02020603050405020304"/>
                <a:cs typeface="Times New Roman" panose="02020603050405020304"/>
              </a:rPr>
              <a:t>Aligned target time (UTC+8)</a:t>
            </a:r>
            <a:endParaRPr sz="750" b="0" i="0">
              <a:solidFill>
                <a:srgbClr val="666666"/>
              </a:solidFill>
              <a:latin typeface="Times New Roman" panose="02020603050405020304"/>
              <a:ea typeface="Times New Roman" panose="02020603050405020304"/>
              <a:cs typeface="Times New Roman" panose="02020603050405020304"/>
            </a:endParaRPr>
          </a:p>
        </p:txBody>
      </p:sp>
      <p:sp>
        <p:nvSpPr>
          <p:cNvPr id="218" name="C_time_label"/>
          <p:cNvSpPr>
            <a:spLocks noGrp="1"/>
          </p:cNvSpPr>
          <p:nvPr/>
        </p:nvSpPr>
        <p:spPr>
          <a:xfrm>
            <a:off x="3456000" y="5307803"/>
            <a:ext cx="3024000" cy="112395"/>
          </a:xfrm>
          <a:prstGeom prst="rect">
            <a:avLst/>
          </a:prstGeom>
          <a:noFill/>
          <a:ln w="0">
            <a:noFill/>
            <a:prstDash val="solid"/>
          </a:ln>
        </p:spPr>
        <p:txBody>
          <a:bodyPr wrap="none" lIns="0" tIns="0" rIns="0" bIns="0" anchor="ctr">
            <a:noAutofit/>
          </a:bodyPr>
          <a:lstStyle>
            <a:defPPr algn="ctr">
              <a:defRPr sz="750" b="0" i="0">
                <a:solidFill>
                  <a:srgbClr val="666666"/>
                </a:solidFill>
                <a:latin typeface="Times New Roman" panose="02020603050405020304"/>
                <a:ea typeface="Times New Roman" panose="02020603050405020304"/>
                <a:cs typeface="Times New Roman" panose="02020603050405020304"/>
              </a:defRPr>
            </a:defPPr>
          </a:lstStyle>
          <a:p>
            <a:pPr algn="ctr">
              <a:defRPr sz="750" b="0" i="0">
                <a:solidFill>
                  <a:srgbClr val="666666"/>
                </a:solidFill>
                <a:latin typeface="Times New Roman" panose="02020603050405020304"/>
                <a:ea typeface="Times New Roman" panose="02020603050405020304"/>
                <a:cs typeface="Times New Roman" panose="02020603050405020304"/>
              </a:defRPr>
            </a:pPr>
            <a:r>
              <a:rPr sz="750" b="0" i="0">
                <a:solidFill>
                  <a:srgbClr val="666666"/>
                </a:solidFill>
                <a:latin typeface="Times New Roman" panose="02020603050405020304"/>
                <a:ea typeface="Times New Roman" panose="02020603050405020304"/>
                <a:cs typeface="Times New Roman" panose="02020603050405020304"/>
              </a:rPr>
              <a:t>Aligned target time (UTC+8)</a:t>
            </a:r>
            <a:endParaRPr sz="750" b="0" i="0">
              <a:solidFill>
                <a:srgbClr val="666666"/>
              </a:solidFill>
              <a:latin typeface="Times New Roman" panose="02020603050405020304"/>
              <a:ea typeface="Times New Roman" panose="02020603050405020304"/>
              <a:cs typeface="Times New Roman" panose="02020603050405020304"/>
            </a:endParaRPr>
          </a:p>
        </p:txBody>
      </p:sp>
      <p:sp>
        <p:nvSpPr>
          <p:cNvPr id="219" name="B_panel_caption"/>
          <p:cNvSpPr>
            <a:spLocks noGrp="1"/>
          </p:cNvSpPr>
          <p:nvPr/>
        </p:nvSpPr>
        <p:spPr>
          <a:xfrm>
            <a:off x="36000" y="5440563"/>
            <a:ext cx="3168000" cy="134874"/>
          </a:xfrm>
          <a:prstGeom prst="rect">
            <a:avLst/>
          </a:prstGeom>
          <a:noFill/>
          <a:ln w="0">
            <a:noFill/>
            <a:prstDash val="solid"/>
          </a:ln>
        </p:spPr>
        <p:txBody>
          <a:bodyPr wrap="none" lIns="0" tIns="0" rIns="0" bIns="0" anchor="ctr">
            <a:noAutofit/>
          </a:bodyPr>
          <a:lstStyle>
            <a:defPPr algn="ctr">
              <a:defRPr sz="900" b="1" i="0">
                <a:solidFill>
                  <a:srgbClr val="000000"/>
                </a:solidFill>
                <a:latin typeface="Times New Roman" panose="02020603050405020304"/>
                <a:ea typeface="Times New Roman" panose="02020603050405020304"/>
                <a:cs typeface="Times New Roman" panose="02020603050405020304"/>
              </a:defRPr>
            </a:defPPr>
          </a:lstStyle>
          <a:p>
            <a:pPr algn="ctr">
              <a:defRPr sz="900" b="1" i="0">
                <a:solidFill>
                  <a:srgbClr val="000000"/>
                </a:solidFill>
                <a:latin typeface="Times New Roman" panose="02020603050405020304"/>
                <a:ea typeface="Times New Roman" panose="02020603050405020304"/>
                <a:cs typeface="Times New Roman" panose="02020603050405020304"/>
              </a:defRPr>
            </a:pPr>
            <a:r>
              <a:rPr sz="900" b="1" i="0">
                <a:solidFill>
                  <a:srgbClr val="000000"/>
                </a:solidFill>
                <a:latin typeface="Times New Roman" panose="02020603050405020304"/>
                <a:ea typeface="Times New Roman" panose="02020603050405020304"/>
                <a:cs typeface="Times New Roman" panose="02020603050405020304"/>
              </a:rPr>
              <a:t>(b) Historical evidence</a:t>
            </a:r>
            <a:endParaRPr sz="900" b="1" i="0">
              <a:solidFill>
                <a:srgbClr val="000000"/>
              </a:solidFill>
              <a:latin typeface="Times New Roman" panose="02020603050405020304"/>
              <a:ea typeface="Times New Roman" panose="02020603050405020304"/>
              <a:cs typeface="Times New Roman" panose="02020603050405020304"/>
            </a:endParaRPr>
          </a:p>
        </p:txBody>
      </p:sp>
      <p:sp>
        <p:nvSpPr>
          <p:cNvPr id="220" name="C_panel_caption"/>
          <p:cNvSpPr>
            <a:spLocks noGrp="1"/>
          </p:cNvSpPr>
          <p:nvPr/>
        </p:nvSpPr>
        <p:spPr>
          <a:xfrm>
            <a:off x="3240000" y="5440563"/>
            <a:ext cx="3240000" cy="134874"/>
          </a:xfrm>
          <a:prstGeom prst="rect">
            <a:avLst/>
          </a:prstGeom>
          <a:noFill/>
          <a:ln w="0">
            <a:noFill/>
            <a:prstDash val="solid"/>
          </a:ln>
        </p:spPr>
        <p:txBody>
          <a:bodyPr wrap="none" lIns="0" tIns="0" rIns="0" bIns="0" anchor="ctr">
            <a:noAutofit/>
          </a:bodyPr>
          <a:lstStyle>
            <a:defPPr algn="ctr">
              <a:defRPr sz="900" b="1" i="0">
                <a:solidFill>
                  <a:srgbClr val="000000"/>
                </a:solidFill>
                <a:latin typeface="Times New Roman" panose="02020603050405020304"/>
                <a:ea typeface="Times New Roman" panose="02020603050405020304"/>
                <a:cs typeface="Times New Roman" panose="02020603050405020304"/>
              </a:defRPr>
            </a:defPPr>
          </a:lstStyle>
          <a:p>
            <a:pPr algn="ctr">
              <a:defRPr sz="900" b="1" i="0">
                <a:solidFill>
                  <a:srgbClr val="000000"/>
                </a:solidFill>
                <a:latin typeface="Times New Roman" panose="02020603050405020304"/>
                <a:ea typeface="Times New Roman" panose="02020603050405020304"/>
                <a:cs typeface="Times New Roman" panose="02020603050405020304"/>
              </a:defRPr>
            </a:pPr>
            <a:r>
              <a:rPr sz="900" b="1" i="0">
                <a:solidFill>
                  <a:srgbClr val="000000"/>
                </a:solidFill>
                <a:latin typeface="Times New Roman" panose="02020603050405020304"/>
                <a:ea typeface="Times New Roman" panose="02020603050405020304"/>
                <a:cs typeface="Times New Roman" panose="02020603050405020304"/>
              </a:rPr>
              <a:t>(c) Similar histories, different continuations</a:t>
            </a:r>
            <a:endParaRPr sz="900" b="1" i="0">
              <a:solidFill>
                <a:srgbClr val="000000"/>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Times New Roman"/>
        <a:cs typeface="Times New Roman"/>
      </a:majorFont>
      <a:minorFont>
        <a:latin typeface="Times New Roman"/>
        <a:ea typeface="Times New Roman"/>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Times New Roman"/>
        <a:cs typeface="Times New Roman"/>
      </a:majorFont>
      <a:minorFont>
        <a:latin typeface="Times New Roman"/>
        <a:ea typeface="Times New Roman"/>
        <a:cs typeface="Times New Roma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950</Words>
  <Application>WPS 演示</Application>
  <PresentationFormat>Converted Presentation</PresentationFormat>
  <Paragraphs>198</Paragraphs>
  <Slides>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vt:i4>
      </vt:variant>
    </vt:vector>
  </HeadingPairs>
  <TitlesOfParts>
    <vt:vector size="10" baseType="lpstr">
      <vt:lpstr>Arial</vt:lpstr>
      <vt:lpstr>宋体</vt:lpstr>
      <vt:lpstr>Wingdings</vt:lpstr>
      <vt:lpstr>Times New Roman</vt:lpstr>
      <vt:lpstr>STIXGeneral</vt:lpstr>
      <vt:lpstr>FFont-Family</vt:lpstr>
      <vt:lpstr>微软雅黑</vt:lpstr>
      <vt:lpstr>Arial Unicode MS</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Kk.</cp:lastModifiedBy>
  <cp:revision>1</cp:revision>
  <dcterms:created xsi:type="dcterms:W3CDTF">2026-10-09T02:33:45Z</dcterms:created>
  <dcterms:modified xsi:type="dcterms:W3CDTF">2026-10-09T02:33:45Z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9CFF1A56C6DC4BF4AAB3B76A8A1AFABC_12</vt:lpwstr>
  </property>
  <property fmtid="{D5CDD505-2E9C-101B-9397-08002B2CF9AE}" pid="3" name="KSOProductBuildVer">
    <vt:lpwstr>2052-12.1.0.28505</vt:lpwstr>
  </property>
</Properties>
</file>